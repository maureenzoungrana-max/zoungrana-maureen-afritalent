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29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#1">
  <dgm:title val=""/>
  <dgm:desc val=""/>
  <dgm:catLst>
    <dgm:cat type="accent2" pri="11300"/>
  </dgm:catLst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#2">
  <dgm:title val=""/>
  <dgm:desc val=""/>
  <dgm:catLst>
    <dgm:cat type="accent2" pri="11300"/>
  </dgm:catLst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033469-74A3-4A6E-BB54-674F34DFEA6E}" type="doc">
      <dgm:prSet loTypeId="urn:microsoft.com/office/officeart/2005/8/layout/pyramid2" loCatId="pyramid" qsTypeId="urn:microsoft.com/office/officeart/2005/8/quickstyle/3d1#1" qsCatId="3D" csTypeId="urn:microsoft.com/office/officeart/2005/8/colors/accent2_3#1" csCatId="accent2" phldr="1"/>
      <dgm:spPr/>
      <dgm:t>
        <a:bodyPr/>
        <a:lstStyle/>
        <a:p>
          <a:endParaRPr lang="en-US"/>
        </a:p>
      </dgm:t>
    </dgm:pt>
    <dgm:pt modelId="{65B6F357-ED57-46F1-8FCB-B464C4932DA6}">
      <dgm:prSet/>
      <dgm:spPr/>
      <dgm:t>
        <a:bodyPr/>
        <a:lstStyle/>
        <a:p>
          <a:r>
            <a:rPr lang="fr-FR" dirty="0"/>
            <a:t>1 - Présentation du projet</a:t>
          </a:r>
          <a:endParaRPr lang="en-US" dirty="0"/>
        </a:p>
      </dgm:t>
    </dgm:pt>
    <dgm:pt modelId="{D3A648A6-A1F5-4FD7-BFCB-B4ECD4996B67}" type="parTrans" cxnId="{994307BF-A375-477C-B07C-DDBFC356A705}">
      <dgm:prSet/>
      <dgm:spPr/>
      <dgm:t>
        <a:bodyPr/>
        <a:lstStyle/>
        <a:p>
          <a:endParaRPr lang="en-US"/>
        </a:p>
      </dgm:t>
    </dgm:pt>
    <dgm:pt modelId="{DF61DEDB-0A93-4165-81FE-20E73ABD10BA}" type="sibTrans" cxnId="{994307BF-A375-477C-B07C-DDBFC356A705}">
      <dgm:prSet/>
      <dgm:spPr/>
      <dgm:t>
        <a:bodyPr/>
        <a:lstStyle/>
        <a:p>
          <a:endParaRPr lang="en-US"/>
        </a:p>
      </dgm:t>
    </dgm:pt>
    <dgm:pt modelId="{04848BCF-D2B1-4677-A1EC-DE788B567225}">
      <dgm:prSet/>
      <dgm:spPr/>
      <dgm:t>
        <a:bodyPr/>
        <a:lstStyle/>
        <a:p>
          <a:r>
            <a:rPr lang="fr-FR" dirty="0"/>
            <a:t>2 - Choix de design </a:t>
          </a:r>
          <a:endParaRPr lang="en-US" dirty="0"/>
        </a:p>
      </dgm:t>
    </dgm:pt>
    <dgm:pt modelId="{A891DED3-A387-4184-9EE7-F53919C3D8EE}" type="parTrans" cxnId="{EEFB790F-699C-4CF3-A8B8-1DC1A73F86E1}">
      <dgm:prSet/>
      <dgm:spPr/>
      <dgm:t>
        <a:bodyPr/>
        <a:lstStyle/>
        <a:p>
          <a:endParaRPr lang="en-US"/>
        </a:p>
      </dgm:t>
    </dgm:pt>
    <dgm:pt modelId="{7453603B-2379-4A5A-A8FD-158236A6E79E}" type="sibTrans" cxnId="{EEFB790F-699C-4CF3-A8B8-1DC1A73F86E1}">
      <dgm:prSet/>
      <dgm:spPr/>
      <dgm:t>
        <a:bodyPr/>
        <a:lstStyle/>
        <a:p>
          <a:endParaRPr lang="en-US"/>
        </a:p>
      </dgm:t>
    </dgm:pt>
    <dgm:pt modelId="{4647F254-BBE4-4937-A3A0-65675E4B5A79}">
      <dgm:prSet/>
      <dgm:spPr/>
      <dgm:t>
        <a:bodyPr/>
        <a:lstStyle/>
        <a:p>
          <a:r>
            <a:rPr lang="fr-FR" dirty="0"/>
            <a:t>3 - Architecture du site</a:t>
          </a:r>
          <a:endParaRPr lang="en-US" dirty="0"/>
        </a:p>
      </dgm:t>
    </dgm:pt>
    <dgm:pt modelId="{89F6D3C8-C0DA-48F0-8E8E-E26A94A8C349}" type="parTrans" cxnId="{AA9EA98D-0FA3-45AE-8521-D0886BE7B19C}">
      <dgm:prSet/>
      <dgm:spPr/>
      <dgm:t>
        <a:bodyPr/>
        <a:lstStyle/>
        <a:p>
          <a:endParaRPr lang="en-US"/>
        </a:p>
      </dgm:t>
    </dgm:pt>
    <dgm:pt modelId="{909782C8-BEF4-466C-8AA2-A545060A55EF}" type="sibTrans" cxnId="{AA9EA98D-0FA3-45AE-8521-D0886BE7B19C}">
      <dgm:prSet/>
      <dgm:spPr/>
      <dgm:t>
        <a:bodyPr/>
        <a:lstStyle/>
        <a:p>
          <a:endParaRPr lang="en-US"/>
        </a:p>
      </dgm:t>
    </dgm:pt>
    <dgm:pt modelId="{B66894EB-8611-40C5-9D5C-D72D3FE2E7D1}">
      <dgm:prSet/>
      <dgm:spPr/>
      <dgm:t>
        <a:bodyPr/>
        <a:lstStyle/>
        <a:p>
          <a:r>
            <a:rPr lang="fr-FR" dirty="0"/>
            <a:t>4 - Points techniques</a:t>
          </a:r>
          <a:endParaRPr lang="en-US" dirty="0"/>
        </a:p>
      </dgm:t>
    </dgm:pt>
    <dgm:pt modelId="{9725D189-3803-4DEE-ABEE-B52DF92BCC03}" type="parTrans" cxnId="{81B2FFB2-9081-42FC-A8E8-0EFBC211BC87}">
      <dgm:prSet/>
      <dgm:spPr/>
      <dgm:t>
        <a:bodyPr/>
        <a:lstStyle/>
        <a:p>
          <a:endParaRPr lang="en-US"/>
        </a:p>
      </dgm:t>
    </dgm:pt>
    <dgm:pt modelId="{88802364-CFB4-4129-8216-44EA1F790562}" type="sibTrans" cxnId="{81B2FFB2-9081-42FC-A8E8-0EFBC211BC87}">
      <dgm:prSet/>
      <dgm:spPr/>
      <dgm:t>
        <a:bodyPr/>
        <a:lstStyle/>
        <a:p>
          <a:endParaRPr lang="en-US"/>
        </a:p>
      </dgm:t>
    </dgm:pt>
    <dgm:pt modelId="{A60C103F-120C-40F2-A1EC-0BD9B5C3C9F1}">
      <dgm:prSet/>
      <dgm:spPr/>
      <dgm:t>
        <a:bodyPr/>
        <a:lstStyle/>
        <a:p>
          <a:r>
            <a:rPr lang="fr-FR" dirty="0"/>
            <a:t>5 - GitHub</a:t>
          </a:r>
          <a:endParaRPr lang="en-US" dirty="0"/>
        </a:p>
      </dgm:t>
    </dgm:pt>
    <dgm:pt modelId="{85B31C37-4576-475E-9F60-98AC575AA423}" type="parTrans" cxnId="{C1C407FB-CF1D-4A1A-B89D-014DC3D3E887}">
      <dgm:prSet/>
      <dgm:spPr/>
      <dgm:t>
        <a:bodyPr/>
        <a:lstStyle/>
        <a:p>
          <a:endParaRPr lang="en-US"/>
        </a:p>
      </dgm:t>
    </dgm:pt>
    <dgm:pt modelId="{B0838BD2-50C3-495D-9FCA-C23B59BBC5FD}" type="sibTrans" cxnId="{C1C407FB-CF1D-4A1A-B89D-014DC3D3E887}">
      <dgm:prSet/>
      <dgm:spPr/>
      <dgm:t>
        <a:bodyPr/>
        <a:lstStyle/>
        <a:p>
          <a:endParaRPr lang="en-US"/>
        </a:p>
      </dgm:t>
    </dgm:pt>
    <dgm:pt modelId="{14F86397-8683-440D-BE58-8A241B02735F}">
      <dgm:prSet/>
      <dgm:spPr/>
      <dgm:t>
        <a:bodyPr/>
        <a:lstStyle/>
        <a:p>
          <a:r>
            <a:rPr lang="fr-FR" dirty="0"/>
            <a:t>6- Difficultés rencontrées et solutions</a:t>
          </a:r>
          <a:endParaRPr lang="en-US" dirty="0"/>
        </a:p>
      </dgm:t>
    </dgm:pt>
    <dgm:pt modelId="{81058567-10B8-42BC-8AF2-3A0A1FE39CF4}" type="parTrans" cxnId="{CA2F2FB1-2F7C-49D4-A95D-FA113D291993}">
      <dgm:prSet/>
      <dgm:spPr/>
      <dgm:t>
        <a:bodyPr/>
        <a:lstStyle/>
        <a:p>
          <a:endParaRPr lang="en-US"/>
        </a:p>
      </dgm:t>
    </dgm:pt>
    <dgm:pt modelId="{4CDE2D48-88E8-4B7B-82D2-CBDC60B40F96}" type="sibTrans" cxnId="{CA2F2FB1-2F7C-49D4-A95D-FA113D291993}">
      <dgm:prSet/>
      <dgm:spPr/>
      <dgm:t>
        <a:bodyPr/>
        <a:lstStyle/>
        <a:p>
          <a:endParaRPr lang="en-US"/>
        </a:p>
      </dgm:t>
    </dgm:pt>
    <dgm:pt modelId="{FE49E361-8F88-4B75-B0D0-C21E3703AA2E}">
      <dgm:prSet/>
      <dgm:spPr/>
      <dgm:t>
        <a:bodyPr/>
        <a:lstStyle/>
        <a:p>
          <a:r>
            <a:rPr lang="fr-FR" dirty="0"/>
            <a:t>8 - Démonstration live du site</a:t>
          </a:r>
          <a:endParaRPr lang="en-US" dirty="0"/>
        </a:p>
      </dgm:t>
    </dgm:pt>
    <dgm:pt modelId="{344703F4-0231-4495-80DA-B4B03B8AC565}" type="parTrans" cxnId="{1420827E-E1D6-4089-A7BA-C3E2D9433B3C}">
      <dgm:prSet/>
      <dgm:spPr/>
      <dgm:t>
        <a:bodyPr/>
        <a:lstStyle/>
        <a:p>
          <a:endParaRPr lang="en-US"/>
        </a:p>
      </dgm:t>
    </dgm:pt>
    <dgm:pt modelId="{DF22113B-E69F-43EB-8D6C-ED968CB70734}" type="sibTrans" cxnId="{1420827E-E1D6-4089-A7BA-C3E2D9433B3C}">
      <dgm:prSet/>
      <dgm:spPr/>
      <dgm:t>
        <a:bodyPr/>
        <a:lstStyle/>
        <a:p>
          <a:endParaRPr lang="en-US"/>
        </a:p>
      </dgm:t>
    </dgm:pt>
    <dgm:pt modelId="{5FB77584-8C66-481C-81B6-25A8032B9976}">
      <dgm:prSet/>
      <dgm:spPr/>
      <dgm:t>
        <a:bodyPr/>
        <a:lstStyle/>
        <a:p>
          <a:r>
            <a:rPr lang="fr-FR" dirty="0"/>
            <a:t>9 - Conclusion et perspectives d'amélioration</a:t>
          </a:r>
          <a:endParaRPr lang="en-US" dirty="0"/>
        </a:p>
      </dgm:t>
    </dgm:pt>
    <dgm:pt modelId="{A49CD091-4D53-4346-AA65-7DDAA8847A59}" type="parTrans" cxnId="{798CFCEA-8152-4B47-9DCF-E5C9D1CF7D10}">
      <dgm:prSet/>
      <dgm:spPr/>
      <dgm:t>
        <a:bodyPr/>
        <a:lstStyle/>
        <a:p>
          <a:endParaRPr lang="en-US"/>
        </a:p>
      </dgm:t>
    </dgm:pt>
    <dgm:pt modelId="{F3B3F4C4-420D-42C7-90F3-D51E38727D5C}" type="sibTrans" cxnId="{798CFCEA-8152-4B47-9DCF-E5C9D1CF7D10}">
      <dgm:prSet/>
      <dgm:spPr/>
      <dgm:t>
        <a:bodyPr/>
        <a:lstStyle/>
        <a:p>
          <a:endParaRPr lang="en-US"/>
        </a:p>
      </dgm:t>
    </dgm:pt>
    <dgm:pt modelId="{F958E697-0338-4F1A-AD66-B4B82B2FB2BB}">
      <dgm:prSet/>
      <dgm:spPr/>
      <dgm:t>
        <a:bodyPr/>
        <a:lstStyle/>
        <a:p>
          <a:r>
            <a:rPr lang="fr-FR" dirty="0"/>
            <a:t>7 - Ressources et documentation utilisées</a:t>
          </a:r>
          <a:endParaRPr lang="en-US" dirty="0"/>
        </a:p>
      </dgm:t>
    </dgm:pt>
    <dgm:pt modelId="{29F3063F-C229-4814-9296-8DF32BAD9670}" type="parTrans" cxnId="{33BA37D3-5B7D-4CBB-AB12-BD7BF5A07505}">
      <dgm:prSet/>
      <dgm:spPr/>
      <dgm:t>
        <a:bodyPr/>
        <a:lstStyle/>
        <a:p>
          <a:endParaRPr lang="en-US"/>
        </a:p>
      </dgm:t>
    </dgm:pt>
    <dgm:pt modelId="{5A107F8A-FE3A-4F12-9F32-8081DAC017D6}" type="sibTrans" cxnId="{33BA37D3-5B7D-4CBB-AB12-BD7BF5A07505}">
      <dgm:prSet/>
      <dgm:spPr/>
      <dgm:t>
        <a:bodyPr/>
        <a:lstStyle/>
        <a:p>
          <a:endParaRPr lang="en-US"/>
        </a:p>
      </dgm:t>
    </dgm:pt>
    <dgm:pt modelId="{F4E5FF26-53D7-4C5D-ABC3-7F595BCEF08A}" type="pres">
      <dgm:prSet presAssocID="{4A033469-74A3-4A6E-BB54-674F34DFEA6E}" presName="compositeShape" presStyleCnt="0">
        <dgm:presLayoutVars>
          <dgm:dir/>
          <dgm:resizeHandles/>
        </dgm:presLayoutVars>
      </dgm:prSet>
      <dgm:spPr/>
    </dgm:pt>
    <dgm:pt modelId="{8781EC71-560F-47D2-93E9-58B0231A79CA}" type="pres">
      <dgm:prSet presAssocID="{4A033469-74A3-4A6E-BB54-674F34DFEA6E}" presName="pyramid" presStyleLbl="node1" presStyleIdx="0" presStyleCnt="1" custLinFactNeighborX="-22330" custLinFactNeighborY="-6925"/>
      <dgm:spPr/>
    </dgm:pt>
    <dgm:pt modelId="{1051DCE8-E329-4A90-8314-6C4A38CA3AD8}" type="pres">
      <dgm:prSet presAssocID="{4A033469-74A3-4A6E-BB54-674F34DFEA6E}" presName="theList" presStyleCnt="0"/>
      <dgm:spPr/>
    </dgm:pt>
    <dgm:pt modelId="{4A7F06AD-D5D6-4600-B846-DCF79D51B4F7}" type="pres">
      <dgm:prSet presAssocID="{65B6F357-ED57-46F1-8FCB-B464C4932DA6}" presName="aNode" presStyleLbl="fgAcc1" presStyleIdx="0" presStyleCnt="9">
        <dgm:presLayoutVars>
          <dgm:bulletEnabled val="1"/>
        </dgm:presLayoutVars>
      </dgm:prSet>
      <dgm:spPr/>
    </dgm:pt>
    <dgm:pt modelId="{991F0BA4-0EBB-4FCA-B3EE-CF9E46AE3E84}" type="pres">
      <dgm:prSet presAssocID="{65B6F357-ED57-46F1-8FCB-B464C4932DA6}" presName="aSpace" presStyleCnt="0"/>
      <dgm:spPr/>
    </dgm:pt>
    <dgm:pt modelId="{D1EC6122-3632-4974-BCC8-261E5431B73F}" type="pres">
      <dgm:prSet presAssocID="{04848BCF-D2B1-4677-A1EC-DE788B567225}" presName="aNode" presStyleLbl="fgAcc1" presStyleIdx="1" presStyleCnt="9">
        <dgm:presLayoutVars>
          <dgm:bulletEnabled val="1"/>
        </dgm:presLayoutVars>
      </dgm:prSet>
      <dgm:spPr/>
    </dgm:pt>
    <dgm:pt modelId="{01B03E67-38D0-4E9F-A371-8A141D27B2B6}" type="pres">
      <dgm:prSet presAssocID="{04848BCF-D2B1-4677-A1EC-DE788B567225}" presName="aSpace" presStyleCnt="0"/>
      <dgm:spPr/>
    </dgm:pt>
    <dgm:pt modelId="{96629693-61E7-4154-AA16-B4E1AC1801E2}" type="pres">
      <dgm:prSet presAssocID="{4647F254-BBE4-4937-A3A0-65675E4B5A79}" presName="aNode" presStyleLbl="fgAcc1" presStyleIdx="2" presStyleCnt="9">
        <dgm:presLayoutVars>
          <dgm:bulletEnabled val="1"/>
        </dgm:presLayoutVars>
      </dgm:prSet>
      <dgm:spPr/>
    </dgm:pt>
    <dgm:pt modelId="{29458363-B3F1-4D6F-B322-021E89D7FA6A}" type="pres">
      <dgm:prSet presAssocID="{4647F254-BBE4-4937-A3A0-65675E4B5A79}" presName="aSpace" presStyleCnt="0"/>
      <dgm:spPr/>
    </dgm:pt>
    <dgm:pt modelId="{02381430-D615-4C6D-A4D9-64EFC680F16C}" type="pres">
      <dgm:prSet presAssocID="{B66894EB-8611-40C5-9D5C-D72D3FE2E7D1}" presName="aNode" presStyleLbl="fgAcc1" presStyleIdx="3" presStyleCnt="9">
        <dgm:presLayoutVars>
          <dgm:bulletEnabled val="1"/>
        </dgm:presLayoutVars>
      </dgm:prSet>
      <dgm:spPr/>
    </dgm:pt>
    <dgm:pt modelId="{5A1EDB11-BEB4-4D06-8DB9-6702E521C78D}" type="pres">
      <dgm:prSet presAssocID="{B66894EB-8611-40C5-9D5C-D72D3FE2E7D1}" presName="aSpace" presStyleCnt="0"/>
      <dgm:spPr/>
    </dgm:pt>
    <dgm:pt modelId="{E2F230E8-BF4C-4087-9D5A-15A343B10E25}" type="pres">
      <dgm:prSet presAssocID="{A60C103F-120C-40F2-A1EC-0BD9B5C3C9F1}" presName="aNode" presStyleLbl="fgAcc1" presStyleIdx="4" presStyleCnt="9">
        <dgm:presLayoutVars>
          <dgm:bulletEnabled val="1"/>
        </dgm:presLayoutVars>
      </dgm:prSet>
      <dgm:spPr/>
    </dgm:pt>
    <dgm:pt modelId="{9BF435F9-2350-46EE-A040-275ADE21FCFF}" type="pres">
      <dgm:prSet presAssocID="{A60C103F-120C-40F2-A1EC-0BD9B5C3C9F1}" presName="aSpace" presStyleCnt="0"/>
      <dgm:spPr/>
    </dgm:pt>
    <dgm:pt modelId="{2DCCC8B5-A484-4630-8CEF-2F979EEC685F}" type="pres">
      <dgm:prSet presAssocID="{14F86397-8683-440D-BE58-8A241B02735F}" presName="aNode" presStyleLbl="fgAcc1" presStyleIdx="5" presStyleCnt="9">
        <dgm:presLayoutVars>
          <dgm:bulletEnabled val="1"/>
        </dgm:presLayoutVars>
      </dgm:prSet>
      <dgm:spPr/>
    </dgm:pt>
    <dgm:pt modelId="{2DB0C01E-A4C2-4DE1-A2F6-9FF9DD08242E}" type="pres">
      <dgm:prSet presAssocID="{14F86397-8683-440D-BE58-8A241B02735F}" presName="aSpace" presStyleCnt="0"/>
      <dgm:spPr/>
    </dgm:pt>
    <dgm:pt modelId="{9EF167AA-0102-42D0-908B-2AD66BA43738}" type="pres">
      <dgm:prSet presAssocID="{F958E697-0338-4F1A-AD66-B4B82B2FB2BB}" presName="aNode" presStyleLbl="fgAcc1" presStyleIdx="6" presStyleCnt="9">
        <dgm:presLayoutVars>
          <dgm:bulletEnabled val="1"/>
        </dgm:presLayoutVars>
      </dgm:prSet>
      <dgm:spPr/>
    </dgm:pt>
    <dgm:pt modelId="{39F63776-251A-4FF2-B293-067C0512677C}" type="pres">
      <dgm:prSet presAssocID="{F958E697-0338-4F1A-AD66-B4B82B2FB2BB}" presName="aSpace" presStyleCnt="0"/>
      <dgm:spPr/>
    </dgm:pt>
    <dgm:pt modelId="{4473CE75-2129-45AF-A6F4-15E65EE4A647}" type="pres">
      <dgm:prSet presAssocID="{FE49E361-8F88-4B75-B0D0-C21E3703AA2E}" presName="aNode" presStyleLbl="fgAcc1" presStyleIdx="7" presStyleCnt="9">
        <dgm:presLayoutVars>
          <dgm:bulletEnabled val="1"/>
        </dgm:presLayoutVars>
      </dgm:prSet>
      <dgm:spPr/>
    </dgm:pt>
    <dgm:pt modelId="{9884C0E2-8A7C-4B56-A5B1-AFB4906DDCCB}" type="pres">
      <dgm:prSet presAssocID="{FE49E361-8F88-4B75-B0D0-C21E3703AA2E}" presName="aSpace" presStyleCnt="0"/>
      <dgm:spPr/>
    </dgm:pt>
    <dgm:pt modelId="{B05F394B-424A-4A59-82AF-1D407DC5D1E7}" type="pres">
      <dgm:prSet presAssocID="{5FB77584-8C66-481C-81B6-25A8032B9976}" presName="aNode" presStyleLbl="fgAcc1" presStyleIdx="8" presStyleCnt="9">
        <dgm:presLayoutVars>
          <dgm:bulletEnabled val="1"/>
        </dgm:presLayoutVars>
      </dgm:prSet>
      <dgm:spPr/>
    </dgm:pt>
    <dgm:pt modelId="{9D2B9F90-0F1D-4E9C-917D-59BAC0B184EB}" type="pres">
      <dgm:prSet presAssocID="{5FB77584-8C66-481C-81B6-25A8032B9976}" presName="aSpace" presStyleCnt="0"/>
      <dgm:spPr/>
    </dgm:pt>
  </dgm:ptLst>
  <dgm:cxnLst>
    <dgm:cxn modelId="{7EE3300E-E159-42B3-8145-3F266697024C}" type="presOf" srcId="{5FB77584-8C66-481C-81B6-25A8032B9976}" destId="{B05F394B-424A-4A59-82AF-1D407DC5D1E7}" srcOrd="0" destOrd="0" presId="urn:microsoft.com/office/officeart/2005/8/layout/pyramid2"/>
    <dgm:cxn modelId="{EEFB790F-699C-4CF3-A8B8-1DC1A73F86E1}" srcId="{4A033469-74A3-4A6E-BB54-674F34DFEA6E}" destId="{04848BCF-D2B1-4677-A1EC-DE788B567225}" srcOrd="1" destOrd="0" parTransId="{A891DED3-A387-4184-9EE7-F53919C3D8EE}" sibTransId="{7453603B-2379-4A5A-A8FD-158236A6E79E}"/>
    <dgm:cxn modelId="{8C381764-0CA0-4CF8-85F6-C5D192286B14}" type="presOf" srcId="{FE49E361-8F88-4B75-B0D0-C21E3703AA2E}" destId="{4473CE75-2129-45AF-A6F4-15E65EE4A647}" srcOrd="0" destOrd="0" presId="urn:microsoft.com/office/officeart/2005/8/layout/pyramid2"/>
    <dgm:cxn modelId="{5272B573-2944-4478-BDA9-28FA306F8BF0}" type="presOf" srcId="{04848BCF-D2B1-4677-A1EC-DE788B567225}" destId="{D1EC6122-3632-4974-BCC8-261E5431B73F}" srcOrd="0" destOrd="0" presId="urn:microsoft.com/office/officeart/2005/8/layout/pyramid2"/>
    <dgm:cxn modelId="{1420827E-E1D6-4089-A7BA-C3E2D9433B3C}" srcId="{4A033469-74A3-4A6E-BB54-674F34DFEA6E}" destId="{FE49E361-8F88-4B75-B0D0-C21E3703AA2E}" srcOrd="7" destOrd="0" parTransId="{344703F4-0231-4495-80DA-B4B03B8AC565}" sibTransId="{DF22113B-E69F-43EB-8D6C-ED968CB70734}"/>
    <dgm:cxn modelId="{B0880A8B-37E6-4C0C-A239-C849E2E5DA16}" type="presOf" srcId="{65B6F357-ED57-46F1-8FCB-B464C4932DA6}" destId="{4A7F06AD-D5D6-4600-B846-DCF79D51B4F7}" srcOrd="0" destOrd="0" presId="urn:microsoft.com/office/officeart/2005/8/layout/pyramid2"/>
    <dgm:cxn modelId="{AA9EA98D-0FA3-45AE-8521-D0886BE7B19C}" srcId="{4A033469-74A3-4A6E-BB54-674F34DFEA6E}" destId="{4647F254-BBE4-4937-A3A0-65675E4B5A79}" srcOrd="2" destOrd="0" parTransId="{89F6D3C8-C0DA-48F0-8E8E-E26A94A8C349}" sibTransId="{909782C8-BEF4-466C-8AA2-A545060A55EF}"/>
    <dgm:cxn modelId="{4F51FC9B-93FC-4505-BD92-38891A4B5230}" type="presOf" srcId="{F958E697-0338-4F1A-AD66-B4B82B2FB2BB}" destId="{9EF167AA-0102-42D0-908B-2AD66BA43738}" srcOrd="0" destOrd="0" presId="urn:microsoft.com/office/officeart/2005/8/layout/pyramid2"/>
    <dgm:cxn modelId="{564F599E-B4E0-4A2D-A5B3-3C8185CCFD77}" type="presOf" srcId="{B66894EB-8611-40C5-9D5C-D72D3FE2E7D1}" destId="{02381430-D615-4C6D-A4D9-64EFC680F16C}" srcOrd="0" destOrd="0" presId="urn:microsoft.com/office/officeart/2005/8/layout/pyramid2"/>
    <dgm:cxn modelId="{A3F0889E-91B0-4596-ABDC-E499772D844D}" type="presOf" srcId="{14F86397-8683-440D-BE58-8A241B02735F}" destId="{2DCCC8B5-A484-4630-8CEF-2F979EEC685F}" srcOrd="0" destOrd="0" presId="urn:microsoft.com/office/officeart/2005/8/layout/pyramid2"/>
    <dgm:cxn modelId="{CA2F2FB1-2F7C-49D4-A95D-FA113D291993}" srcId="{4A033469-74A3-4A6E-BB54-674F34DFEA6E}" destId="{14F86397-8683-440D-BE58-8A241B02735F}" srcOrd="5" destOrd="0" parTransId="{81058567-10B8-42BC-8AF2-3A0A1FE39CF4}" sibTransId="{4CDE2D48-88E8-4B7B-82D2-CBDC60B40F96}"/>
    <dgm:cxn modelId="{81B2FFB2-9081-42FC-A8E8-0EFBC211BC87}" srcId="{4A033469-74A3-4A6E-BB54-674F34DFEA6E}" destId="{B66894EB-8611-40C5-9D5C-D72D3FE2E7D1}" srcOrd="3" destOrd="0" parTransId="{9725D189-3803-4DEE-ABEE-B52DF92BCC03}" sibTransId="{88802364-CFB4-4129-8216-44EA1F790562}"/>
    <dgm:cxn modelId="{76EC60B8-BD84-4084-AE00-28D9500C46DB}" type="presOf" srcId="{4A033469-74A3-4A6E-BB54-674F34DFEA6E}" destId="{F4E5FF26-53D7-4C5D-ABC3-7F595BCEF08A}" srcOrd="0" destOrd="0" presId="urn:microsoft.com/office/officeart/2005/8/layout/pyramid2"/>
    <dgm:cxn modelId="{994307BF-A375-477C-B07C-DDBFC356A705}" srcId="{4A033469-74A3-4A6E-BB54-674F34DFEA6E}" destId="{65B6F357-ED57-46F1-8FCB-B464C4932DA6}" srcOrd="0" destOrd="0" parTransId="{D3A648A6-A1F5-4FD7-BFCB-B4ECD4996B67}" sibTransId="{DF61DEDB-0A93-4165-81FE-20E73ABD10BA}"/>
    <dgm:cxn modelId="{589E8EBF-C57D-4A7D-B88D-372C52193B11}" type="presOf" srcId="{4647F254-BBE4-4937-A3A0-65675E4B5A79}" destId="{96629693-61E7-4154-AA16-B4E1AC1801E2}" srcOrd="0" destOrd="0" presId="urn:microsoft.com/office/officeart/2005/8/layout/pyramid2"/>
    <dgm:cxn modelId="{33BA37D3-5B7D-4CBB-AB12-BD7BF5A07505}" srcId="{4A033469-74A3-4A6E-BB54-674F34DFEA6E}" destId="{F958E697-0338-4F1A-AD66-B4B82B2FB2BB}" srcOrd="6" destOrd="0" parTransId="{29F3063F-C229-4814-9296-8DF32BAD9670}" sibTransId="{5A107F8A-FE3A-4F12-9F32-8081DAC017D6}"/>
    <dgm:cxn modelId="{798CFCEA-8152-4B47-9DCF-E5C9D1CF7D10}" srcId="{4A033469-74A3-4A6E-BB54-674F34DFEA6E}" destId="{5FB77584-8C66-481C-81B6-25A8032B9976}" srcOrd="8" destOrd="0" parTransId="{A49CD091-4D53-4346-AA65-7DDAA8847A59}" sibTransId="{F3B3F4C4-420D-42C7-90F3-D51E38727D5C}"/>
    <dgm:cxn modelId="{753F9BF1-A1EA-4EB2-B1AE-4D9FFE2AFD56}" type="presOf" srcId="{A60C103F-120C-40F2-A1EC-0BD9B5C3C9F1}" destId="{E2F230E8-BF4C-4087-9D5A-15A343B10E25}" srcOrd="0" destOrd="0" presId="urn:microsoft.com/office/officeart/2005/8/layout/pyramid2"/>
    <dgm:cxn modelId="{C1C407FB-CF1D-4A1A-B89D-014DC3D3E887}" srcId="{4A033469-74A3-4A6E-BB54-674F34DFEA6E}" destId="{A60C103F-120C-40F2-A1EC-0BD9B5C3C9F1}" srcOrd="4" destOrd="0" parTransId="{85B31C37-4576-475E-9F60-98AC575AA423}" sibTransId="{B0838BD2-50C3-495D-9FCA-C23B59BBC5FD}"/>
    <dgm:cxn modelId="{C321B93E-7BFA-4A0F-B146-9506EEF28963}" type="presParOf" srcId="{F4E5FF26-53D7-4C5D-ABC3-7F595BCEF08A}" destId="{8781EC71-560F-47D2-93E9-58B0231A79CA}" srcOrd="0" destOrd="0" presId="urn:microsoft.com/office/officeart/2005/8/layout/pyramid2"/>
    <dgm:cxn modelId="{F540F056-A419-4C1F-97D5-409CAF295BC8}" type="presParOf" srcId="{F4E5FF26-53D7-4C5D-ABC3-7F595BCEF08A}" destId="{1051DCE8-E329-4A90-8314-6C4A38CA3AD8}" srcOrd="1" destOrd="0" presId="urn:microsoft.com/office/officeart/2005/8/layout/pyramid2"/>
    <dgm:cxn modelId="{1420FE23-0363-4886-878C-CE4C90B93A63}" type="presParOf" srcId="{1051DCE8-E329-4A90-8314-6C4A38CA3AD8}" destId="{4A7F06AD-D5D6-4600-B846-DCF79D51B4F7}" srcOrd="0" destOrd="0" presId="urn:microsoft.com/office/officeart/2005/8/layout/pyramid2"/>
    <dgm:cxn modelId="{282CF656-E6CB-4915-B469-D8807F222CCB}" type="presParOf" srcId="{1051DCE8-E329-4A90-8314-6C4A38CA3AD8}" destId="{991F0BA4-0EBB-4FCA-B3EE-CF9E46AE3E84}" srcOrd="1" destOrd="0" presId="urn:microsoft.com/office/officeart/2005/8/layout/pyramid2"/>
    <dgm:cxn modelId="{D45E9301-2ACD-406F-B5C4-A3395E47216F}" type="presParOf" srcId="{1051DCE8-E329-4A90-8314-6C4A38CA3AD8}" destId="{D1EC6122-3632-4974-BCC8-261E5431B73F}" srcOrd="2" destOrd="0" presId="urn:microsoft.com/office/officeart/2005/8/layout/pyramid2"/>
    <dgm:cxn modelId="{3FF56130-9F08-4537-A7B3-6C0B0F7F8116}" type="presParOf" srcId="{1051DCE8-E329-4A90-8314-6C4A38CA3AD8}" destId="{01B03E67-38D0-4E9F-A371-8A141D27B2B6}" srcOrd="3" destOrd="0" presId="urn:microsoft.com/office/officeart/2005/8/layout/pyramid2"/>
    <dgm:cxn modelId="{0A61E61C-3E30-4B25-9BDE-315B1F11220F}" type="presParOf" srcId="{1051DCE8-E329-4A90-8314-6C4A38CA3AD8}" destId="{96629693-61E7-4154-AA16-B4E1AC1801E2}" srcOrd="4" destOrd="0" presId="urn:microsoft.com/office/officeart/2005/8/layout/pyramid2"/>
    <dgm:cxn modelId="{2F87151B-5D2A-46F8-9CC6-03CA6DEA61DC}" type="presParOf" srcId="{1051DCE8-E329-4A90-8314-6C4A38CA3AD8}" destId="{29458363-B3F1-4D6F-B322-021E89D7FA6A}" srcOrd="5" destOrd="0" presId="urn:microsoft.com/office/officeart/2005/8/layout/pyramid2"/>
    <dgm:cxn modelId="{CC3B5D22-3E47-4853-B2B0-26AFB02F99DE}" type="presParOf" srcId="{1051DCE8-E329-4A90-8314-6C4A38CA3AD8}" destId="{02381430-D615-4C6D-A4D9-64EFC680F16C}" srcOrd="6" destOrd="0" presId="urn:microsoft.com/office/officeart/2005/8/layout/pyramid2"/>
    <dgm:cxn modelId="{1B6307E0-E778-4707-9D2E-7F017F6E8CFA}" type="presParOf" srcId="{1051DCE8-E329-4A90-8314-6C4A38CA3AD8}" destId="{5A1EDB11-BEB4-4D06-8DB9-6702E521C78D}" srcOrd="7" destOrd="0" presId="urn:microsoft.com/office/officeart/2005/8/layout/pyramid2"/>
    <dgm:cxn modelId="{53EBA10B-91BC-4632-823B-193570B39DA6}" type="presParOf" srcId="{1051DCE8-E329-4A90-8314-6C4A38CA3AD8}" destId="{E2F230E8-BF4C-4087-9D5A-15A343B10E25}" srcOrd="8" destOrd="0" presId="urn:microsoft.com/office/officeart/2005/8/layout/pyramid2"/>
    <dgm:cxn modelId="{813DF963-8C33-4E8F-BF2B-C089CD694F0A}" type="presParOf" srcId="{1051DCE8-E329-4A90-8314-6C4A38CA3AD8}" destId="{9BF435F9-2350-46EE-A040-275ADE21FCFF}" srcOrd="9" destOrd="0" presId="urn:microsoft.com/office/officeart/2005/8/layout/pyramid2"/>
    <dgm:cxn modelId="{80155532-B5D8-4E16-8CEC-013E6B4E8260}" type="presParOf" srcId="{1051DCE8-E329-4A90-8314-6C4A38CA3AD8}" destId="{2DCCC8B5-A484-4630-8CEF-2F979EEC685F}" srcOrd="10" destOrd="0" presId="urn:microsoft.com/office/officeart/2005/8/layout/pyramid2"/>
    <dgm:cxn modelId="{9351F05B-F21D-4513-AFF8-DAB9EEDA291D}" type="presParOf" srcId="{1051DCE8-E329-4A90-8314-6C4A38CA3AD8}" destId="{2DB0C01E-A4C2-4DE1-A2F6-9FF9DD08242E}" srcOrd="11" destOrd="0" presId="urn:microsoft.com/office/officeart/2005/8/layout/pyramid2"/>
    <dgm:cxn modelId="{9B6B3D57-E046-4280-A60D-27450F6D5B65}" type="presParOf" srcId="{1051DCE8-E329-4A90-8314-6C4A38CA3AD8}" destId="{9EF167AA-0102-42D0-908B-2AD66BA43738}" srcOrd="12" destOrd="0" presId="urn:microsoft.com/office/officeart/2005/8/layout/pyramid2"/>
    <dgm:cxn modelId="{D6AF9AD9-9DAB-47A4-AF69-6D467E2769C5}" type="presParOf" srcId="{1051DCE8-E329-4A90-8314-6C4A38CA3AD8}" destId="{39F63776-251A-4FF2-B293-067C0512677C}" srcOrd="13" destOrd="0" presId="urn:microsoft.com/office/officeart/2005/8/layout/pyramid2"/>
    <dgm:cxn modelId="{AC06CF56-393F-4214-AF2D-5AAF2CBE497B}" type="presParOf" srcId="{1051DCE8-E329-4A90-8314-6C4A38CA3AD8}" destId="{4473CE75-2129-45AF-A6F4-15E65EE4A647}" srcOrd="14" destOrd="0" presId="urn:microsoft.com/office/officeart/2005/8/layout/pyramid2"/>
    <dgm:cxn modelId="{E7444264-08D7-4DE2-94D5-981C95C28054}" type="presParOf" srcId="{1051DCE8-E329-4A90-8314-6C4A38CA3AD8}" destId="{9884C0E2-8A7C-4B56-A5B1-AFB4906DDCCB}" srcOrd="15" destOrd="0" presId="urn:microsoft.com/office/officeart/2005/8/layout/pyramid2"/>
    <dgm:cxn modelId="{081E2695-027A-4271-92A7-6DF1ED62D750}" type="presParOf" srcId="{1051DCE8-E329-4A90-8314-6C4A38CA3AD8}" destId="{B05F394B-424A-4A59-82AF-1D407DC5D1E7}" srcOrd="16" destOrd="0" presId="urn:microsoft.com/office/officeart/2005/8/layout/pyramid2"/>
    <dgm:cxn modelId="{4FC67BF0-2EE5-4011-96B7-AC73608B25F1}" type="presParOf" srcId="{1051DCE8-E329-4A90-8314-6C4A38CA3AD8}" destId="{9D2B9F90-0F1D-4E9C-917D-59BAC0B184EB}" srcOrd="1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A9807F-339F-440B-A526-92F9CD87FD62}" type="doc">
      <dgm:prSet loTypeId="urn:microsoft.com/office/officeart/2008/layout/HorizontalMultiLevelHierarchy#1" loCatId="hierarchy" qsTypeId="urn:microsoft.com/office/officeart/2005/8/quickstyle/simple2#1" qsCatId="simple" csTypeId="urn:microsoft.com/office/officeart/2005/8/colors/accent2_3#2" csCatId="accent2" phldr="1"/>
      <dgm:spPr/>
      <dgm:t>
        <a:bodyPr/>
        <a:lstStyle/>
        <a:p>
          <a:endParaRPr lang="en-US"/>
        </a:p>
      </dgm:t>
    </dgm:pt>
    <dgm:pt modelId="{A1915081-B17C-4692-B0BB-727BDDF6A3EC}">
      <dgm:prSet custT="1"/>
      <dgm:spPr/>
      <dgm:t>
        <a:bodyPr/>
        <a:lstStyle/>
        <a:p>
          <a:r>
            <a:rPr lang="fr-FR" sz="1100"/>
            <a:t>index.html</a:t>
          </a:r>
          <a:endParaRPr lang="en-US" sz="1100"/>
        </a:p>
      </dgm:t>
    </dgm:pt>
    <dgm:pt modelId="{AF0B5051-1F6E-4AA9-9D15-86845204EE46}" type="parTrans" cxnId="{F9A799E8-E9B2-414D-8E5A-384526A53F1E}">
      <dgm:prSet/>
      <dgm:spPr/>
      <dgm:t>
        <a:bodyPr/>
        <a:lstStyle/>
        <a:p>
          <a:endParaRPr lang="en-US"/>
        </a:p>
      </dgm:t>
    </dgm:pt>
    <dgm:pt modelId="{7DCEC3C5-6D58-455A-B0F9-2CFE8FB06166}" type="sibTrans" cxnId="{F9A799E8-E9B2-414D-8E5A-384526A53F1E}">
      <dgm:prSet/>
      <dgm:spPr/>
      <dgm:t>
        <a:bodyPr/>
        <a:lstStyle/>
        <a:p>
          <a:endParaRPr lang="en-US"/>
        </a:p>
      </dgm:t>
    </dgm:pt>
    <dgm:pt modelId="{C775BB40-E613-4F11-8083-81AFFDA37F39}">
      <dgm:prSet custT="1"/>
      <dgm:spPr/>
      <dgm:t>
        <a:bodyPr/>
        <a:lstStyle/>
        <a:p>
          <a:r>
            <a:rPr lang="fr-FR" sz="1000" dirty="0"/>
            <a:t>freelances.html</a:t>
          </a:r>
          <a:endParaRPr lang="en-US" sz="1000" dirty="0"/>
        </a:p>
      </dgm:t>
    </dgm:pt>
    <dgm:pt modelId="{B8C130BF-C701-486A-B1EC-AE49060754B3}" type="parTrans" cxnId="{1F595437-2D76-46D3-B1A8-5F9F45B4FAAD}">
      <dgm:prSet/>
      <dgm:spPr/>
      <dgm:t>
        <a:bodyPr/>
        <a:lstStyle/>
        <a:p>
          <a:endParaRPr lang="en-US"/>
        </a:p>
      </dgm:t>
    </dgm:pt>
    <dgm:pt modelId="{D4A6698D-5702-42E1-93DD-5A13DAEE7ADB}" type="sibTrans" cxnId="{1F595437-2D76-46D3-B1A8-5F9F45B4FAAD}">
      <dgm:prSet/>
      <dgm:spPr/>
      <dgm:t>
        <a:bodyPr/>
        <a:lstStyle/>
        <a:p>
          <a:endParaRPr lang="en-US"/>
        </a:p>
      </dgm:t>
    </dgm:pt>
    <dgm:pt modelId="{B7EAA685-E896-4F68-B7BC-C920CF205EDD}">
      <dgm:prSet custT="1"/>
      <dgm:spPr/>
      <dgm:t>
        <a:bodyPr/>
        <a:lstStyle/>
        <a:p>
          <a:r>
            <a:rPr lang="fr-FR" sz="1100"/>
            <a:t>tarifs.html</a:t>
          </a:r>
          <a:endParaRPr lang="en-US" sz="1100"/>
        </a:p>
      </dgm:t>
    </dgm:pt>
    <dgm:pt modelId="{D2BF10DB-DC60-4880-B997-529F94C0A42A}" type="parTrans" cxnId="{DEBE254E-80CA-4E72-BF74-3339DE3728AA}">
      <dgm:prSet/>
      <dgm:spPr/>
      <dgm:t>
        <a:bodyPr/>
        <a:lstStyle/>
        <a:p>
          <a:endParaRPr lang="en-US"/>
        </a:p>
      </dgm:t>
    </dgm:pt>
    <dgm:pt modelId="{AB152589-F5BE-4C3E-B12C-DBDB7A78C370}" type="sibTrans" cxnId="{DEBE254E-80CA-4E72-BF74-3339DE3728AA}">
      <dgm:prSet/>
      <dgm:spPr/>
      <dgm:t>
        <a:bodyPr/>
        <a:lstStyle/>
        <a:p>
          <a:endParaRPr lang="en-US"/>
        </a:p>
      </dgm:t>
    </dgm:pt>
    <dgm:pt modelId="{8AECF4EC-CA34-46B6-BA6C-28A54EE244A3}">
      <dgm:prSet custT="1"/>
      <dgm:spPr/>
      <dgm:t>
        <a:bodyPr/>
        <a:lstStyle/>
        <a:p>
          <a:r>
            <a:rPr lang="fr-FR" sz="1100"/>
            <a:t>about.html</a:t>
          </a:r>
          <a:endParaRPr lang="en-US" sz="1100"/>
        </a:p>
      </dgm:t>
    </dgm:pt>
    <dgm:pt modelId="{042252AC-D981-480B-9C0B-F746F22516AC}" type="parTrans" cxnId="{EA57B216-3B73-4F03-AF4C-8D65A3D688C2}">
      <dgm:prSet/>
      <dgm:spPr/>
      <dgm:t>
        <a:bodyPr/>
        <a:lstStyle/>
        <a:p>
          <a:endParaRPr lang="en-US"/>
        </a:p>
      </dgm:t>
    </dgm:pt>
    <dgm:pt modelId="{3969E03C-F687-46E3-8FE1-A9950B88254D}" type="sibTrans" cxnId="{EA57B216-3B73-4F03-AF4C-8D65A3D688C2}">
      <dgm:prSet/>
      <dgm:spPr/>
      <dgm:t>
        <a:bodyPr/>
        <a:lstStyle/>
        <a:p>
          <a:endParaRPr lang="en-US"/>
        </a:p>
      </dgm:t>
    </dgm:pt>
    <dgm:pt modelId="{DEAF2691-4440-4F9F-BA6C-73126A170CFD}">
      <dgm:prSet custT="1"/>
      <dgm:spPr/>
      <dgm:t>
        <a:bodyPr/>
        <a:lstStyle/>
        <a:p>
          <a:r>
            <a:rPr lang="fr-FR" sz="1100"/>
            <a:t>contact.html</a:t>
          </a:r>
          <a:endParaRPr lang="en-US" sz="1100"/>
        </a:p>
      </dgm:t>
    </dgm:pt>
    <dgm:pt modelId="{A0BB3A73-7A0D-4CFB-981B-E092644D11FA}" type="parTrans" cxnId="{3D7AEA5B-6145-4409-8F79-A77005C5CED5}">
      <dgm:prSet/>
      <dgm:spPr/>
      <dgm:t>
        <a:bodyPr/>
        <a:lstStyle/>
        <a:p>
          <a:endParaRPr lang="en-US"/>
        </a:p>
      </dgm:t>
    </dgm:pt>
    <dgm:pt modelId="{75F03E93-106A-4E1A-927D-0D206B363147}" type="sibTrans" cxnId="{3D7AEA5B-6145-4409-8F79-A77005C5CED5}">
      <dgm:prSet/>
      <dgm:spPr/>
      <dgm:t>
        <a:bodyPr/>
        <a:lstStyle/>
        <a:p>
          <a:endParaRPr lang="en-US"/>
        </a:p>
      </dgm:t>
    </dgm:pt>
    <dgm:pt modelId="{59B4AF85-4A11-4FFB-813F-7F24144B3F85}">
      <dgm:prSet custT="1"/>
      <dgm:spPr/>
      <dgm:t>
        <a:bodyPr/>
        <a:lstStyle/>
        <a:p>
          <a:r>
            <a:rPr lang="fr-FR" sz="1200" dirty="0" err="1"/>
            <a:t>css</a:t>
          </a:r>
          <a:r>
            <a:rPr lang="fr-FR" sz="1200" dirty="0"/>
            <a:t> /</a:t>
          </a:r>
          <a:endParaRPr lang="en-US" sz="1200" dirty="0"/>
        </a:p>
      </dgm:t>
    </dgm:pt>
    <dgm:pt modelId="{2EF68A0E-83A4-4874-B846-4D1E73A8631E}" type="parTrans" cxnId="{2D117714-C8E0-4BCC-B670-F7CD5FC38C2A}">
      <dgm:prSet/>
      <dgm:spPr/>
      <dgm:t>
        <a:bodyPr/>
        <a:lstStyle/>
        <a:p>
          <a:endParaRPr lang="en-US"/>
        </a:p>
      </dgm:t>
    </dgm:pt>
    <dgm:pt modelId="{2065239D-A24E-470A-B424-87D600E1E96F}" type="sibTrans" cxnId="{2D117714-C8E0-4BCC-B670-F7CD5FC38C2A}">
      <dgm:prSet/>
      <dgm:spPr/>
      <dgm:t>
        <a:bodyPr/>
        <a:lstStyle/>
        <a:p>
          <a:endParaRPr lang="en-US"/>
        </a:p>
      </dgm:t>
    </dgm:pt>
    <dgm:pt modelId="{AE3BAED9-4877-46FA-B367-3F8E4062268A}">
      <dgm:prSet custT="1"/>
      <dgm:spPr/>
      <dgm:t>
        <a:bodyPr/>
        <a:lstStyle/>
        <a:p>
          <a:r>
            <a:rPr lang="fr-FR" sz="1400" dirty="0"/>
            <a:t>style.css</a:t>
          </a:r>
          <a:endParaRPr lang="en-US" sz="1400" dirty="0"/>
        </a:p>
      </dgm:t>
    </dgm:pt>
    <dgm:pt modelId="{D28642B8-2A81-4A48-A18F-CD61638F934F}" type="parTrans" cxnId="{76C5F144-B70B-40EB-AB2E-8A82BB7EDB44}">
      <dgm:prSet/>
      <dgm:spPr/>
      <dgm:t>
        <a:bodyPr/>
        <a:lstStyle/>
        <a:p>
          <a:endParaRPr lang="en-US"/>
        </a:p>
      </dgm:t>
    </dgm:pt>
    <dgm:pt modelId="{E4D4504E-D39B-4F87-BDCC-641D14E590E8}" type="sibTrans" cxnId="{76C5F144-B70B-40EB-AB2E-8A82BB7EDB44}">
      <dgm:prSet/>
      <dgm:spPr/>
      <dgm:t>
        <a:bodyPr/>
        <a:lstStyle/>
        <a:p>
          <a:endParaRPr lang="en-US"/>
        </a:p>
      </dgm:t>
    </dgm:pt>
    <dgm:pt modelId="{EE915F89-43AC-49D7-8898-E26B38F378C6}">
      <dgm:prSet custT="1"/>
      <dgm:spPr/>
      <dgm:t>
        <a:bodyPr/>
        <a:lstStyle/>
        <a:p>
          <a:r>
            <a:rPr lang="fr-FR" sz="1200"/>
            <a:t>js /</a:t>
          </a:r>
          <a:endParaRPr lang="en-US" sz="1200"/>
        </a:p>
      </dgm:t>
    </dgm:pt>
    <dgm:pt modelId="{AF59B30F-2863-48C7-BB67-C132A6134417}" type="parTrans" cxnId="{CEFDC700-8776-49BE-A1CB-C68E05579585}">
      <dgm:prSet/>
      <dgm:spPr/>
      <dgm:t>
        <a:bodyPr/>
        <a:lstStyle/>
        <a:p>
          <a:endParaRPr lang="en-US"/>
        </a:p>
      </dgm:t>
    </dgm:pt>
    <dgm:pt modelId="{2EE7D35A-2CE3-4591-8D48-CEDBEE2CD82E}" type="sibTrans" cxnId="{CEFDC700-8776-49BE-A1CB-C68E05579585}">
      <dgm:prSet/>
      <dgm:spPr/>
      <dgm:t>
        <a:bodyPr/>
        <a:lstStyle/>
        <a:p>
          <a:endParaRPr lang="en-US"/>
        </a:p>
      </dgm:t>
    </dgm:pt>
    <dgm:pt modelId="{F4D3C8DA-E6B1-4D8F-AD2B-42958D8DF7C6}">
      <dgm:prSet custT="1"/>
      <dgm:spPr/>
      <dgm:t>
        <a:bodyPr/>
        <a:lstStyle/>
        <a:p>
          <a:r>
            <a:rPr lang="fr-FR" sz="1400" dirty="0"/>
            <a:t>main.js</a:t>
          </a:r>
          <a:endParaRPr lang="en-US" sz="1400" dirty="0"/>
        </a:p>
      </dgm:t>
    </dgm:pt>
    <dgm:pt modelId="{ED3272AC-9024-41E0-9563-A0FF708FB2D1}" type="parTrans" cxnId="{E07016F9-0F9E-4F0A-BC9D-CB8812BC560D}">
      <dgm:prSet/>
      <dgm:spPr/>
      <dgm:t>
        <a:bodyPr/>
        <a:lstStyle/>
        <a:p>
          <a:endParaRPr lang="en-US"/>
        </a:p>
      </dgm:t>
    </dgm:pt>
    <dgm:pt modelId="{63741B92-2633-4644-8AED-69F659C5DA8D}" type="sibTrans" cxnId="{E07016F9-0F9E-4F0A-BC9D-CB8812BC560D}">
      <dgm:prSet/>
      <dgm:spPr/>
      <dgm:t>
        <a:bodyPr/>
        <a:lstStyle/>
        <a:p>
          <a:endParaRPr lang="en-US"/>
        </a:p>
      </dgm:t>
    </dgm:pt>
    <dgm:pt modelId="{D8F42F03-C263-40E6-AAB9-9C4347267816}">
      <dgm:prSet custT="1"/>
      <dgm:spPr/>
      <dgm:t>
        <a:bodyPr/>
        <a:lstStyle/>
        <a:p>
          <a:r>
            <a:rPr lang="fr-FR" sz="1400"/>
            <a:t>images /</a:t>
          </a:r>
          <a:endParaRPr lang="en-US" sz="1400"/>
        </a:p>
      </dgm:t>
    </dgm:pt>
    <dgm:pt modelId="{C1A3273F-4760-419D-928D-681754285CBE}" type="parTrans" cxnId="{5A9C0A0A-EB00-47E5-8787-7583629F0851}">
      <dgm:prSet/>
      <dgm:spPr/>
      <dgm:t>
        <a:bodyPr/>
        <a:lstStyle/>
        <a:p>
          <a:endParaRPr lang="en-US"/>
        </a:p>
      </dgm:t>
    </dgm:pt>
    <dgm:pt modelId="{DFCC4053-AF7A-4A9E-8DCC-9A309E52DC1B}" type="sibTrans" cxnId="{5A9C0A0A-EB00-47E5-8787-7583629F0851}">
      <dgm:prSet/>
      <dgm:spPr/>
      <dgm:t>
        <a:bodyPr/>
        <a:lstStyle/>
        <a:p>
          <a:endParaRPr lang="en-US"/>
        </a:p>
      </dgm:t>
    </dgm:pt>
    <dgm:pt modelId="{B9AC75BC-68FF-4673-B9FB-423D3EC2FEF3}">
      <dgm:prSet custT="1"/>
      <dgm:spPr/>
      <dgm:t>
        <a:bodyPr/>
        <a:lstStyle/>
        <a:p>
          <a:r>
            <a:rPr lang="fr-FR" sz="1400" dirty="0"/>
            <a:t>Logos, profils illustrations…</a:t>
          </a:r>
          <a:endParaRPr lang="en-US" sz="1400" dirty="0"/>
        </a:p>
      </dgm:t>
    </dgm:pt>
    <dgm:pt modelId="{7A219F29-1DB4-43B8-BA37-5B54E5DCF781}" type="parTrans" cxnId="{3DF0CE10-94ED-4D7B-A467-90BE34F12D5E}">
      <dgm:prSet/>
      <dgm:spPr/>
      <dgm:t>
        <a:bodyPr/>
        <a:lstStyle/>
        <a:p>
          <a:endParaRPr lang="en-US"/>
        </a:p>
      </dgm:t>
    </dgm:pt>
    <dgm:pt modelId="{A672F735-FC40-40AF-8379-9E8F81662C72}" type="sibTrans" cxnId="{3DF0CE10-94ED-4D7B-A467-90BE34F12D5E}">
      <dgm:prSet/>
      <dgm:spPr/>
      <dgm:t>
        <a:bodyPr/>
        <a:lstStyle/>
        <a:p>
          <a:endParaRPr lang="en-US"/>
        </a:p>
      </dgm:t>
    </dgm:pt>
    <dgm:pt modelId="{D7453D11-CEC2-4223-A0AB-A96EEF76ECB3}">
      <dgm:prSet custT="1"/>
      <dgm:spPr/>
      <dgm:t>
        <a:bodyPr/>
        <a:lstStyle/>
        <a:p>
          <a:r>
            <a:rPr lang="fr-FR" sz="1400"/>
            <a:t>docs /</a:t>
          </a:r>
          <a:endParaRPr lang="en-US" sz="1400"/>
        </a:p>
      </dgm:t>
    </dgm:pt>
    <dgm:pt modelId="{26299AB8-96CF-4743-BA69-2F6D133EB686}" type="parTrans" cxnId="{966D1585-B276-4668-9FBB-A3DAE4FF6A10}">
      <dgm:prSet/>
      <dgm:spPr/>
      <dgm:t>
        <a:bodyPr/>
        <a:lstStyle/>
        <a:p>
          <a:endParaRPr lang="en-US"/>
        </a:p>
      </dgm:t>
    </dgm:pt>
    <dgm:pt modelId="{DB6B4D6B-333E-4880-87D5-A0D835C0327A}" type="sibTrans" cxnId="{966D1585-B276-4668-9FBB-A3DAE4FF6A10}">
      <dgm:prSet/>
      <dgm:spPr/>
      <dgm:t>
        <a:bodyPr/>
        <a:lstStyle/>
        <a:p>
          <a:endParaRPr lang="en-US"/>
        </a:p>
      </dgm:t>
    </dgm:pt>
    <dgm:pt modelId="{8C4329C6-8222-419C-9177-3638F9D2D610}">
      <dgm:prSet custT="1"/>
      <dgm:spPr/>
      <dgm:t>
        <a:bodyPr/>
        <a:lstStyle/>
        <a:p>
          <a:r>
            <a:rPr lang="fr-FR" sz="1200" dirty="0" err="1"/>
            <a:t>ZOUNGRANA_Maureen_presentation.ppptx</a:t>
          </a:r>
          <a:endParaRPr lang="en-US" sz="1200" dirty="0"/>
        </a:p>
      </dgm:t>
    </dgm:pt>
    <dgm:pt modelId="{8D63AD2F-0860-40A0-AA2D-71912EAA154E}" type="parTrans" cxnId="{C3BFDF4B-B86B-4EA5-A658-F53DA6FFB4A8}">
      <dgm:prSet/>
      <dgm:spPr/>
      <dgm:t>
        <a:bodyPr/>
        <a:lstStyle/>
        <a:p>
          <a:endParaRPr lang="en-US"/>
        </a:p>
      </dgm:t>
    </dgm:pt>
    <dgm:pt modelId="{6A64D4A6-9805-490A-8404-D14950007438}" type="sibTrans" cxnId="{C3BFDF4B-B86B-4EA5-A658-F53DA6FFB4A8}">
      <dgm:prSet/>
      <dgm:spPr/>
      <dgm:t>
        <a:bodyPr/>
        <a:lstStyle/>
        <a:p>
          <a:endParaRPr lang="en-US"/>
        </a:p>
      </dgm:t>
    </dgm:pt>
    <dgm:pt modelId="{EE32BD58-3C9C-40EF-99C0-18AAEBE803D9}">
      <dgm:prSet custT="1"/>
      <dgm:spPr/>
      <dgm:t>
        <a:bodyPr/>
        <a:lstStyle/>
        <a:p>
          <a:r>
            <a:rPr lang="fr-FR" sz="1100"/>
            <a:t>README.md</a:t>
          </a:r>
          <a:endParaRPr lang="en-US" sz="1100"/>
        </a:p>
      </dgm:t>
    </dgm:pt>
    <dgm:pt modelId="{3A2B56F2-E5CE-498B-87D0-C157808365A2}" type="parTrans" cxnId="{2D85F6E6-6462-438E-B3F5-A3983BC14780}">
      <dgm:prSet/>
      <dgm:spPr/>
      <dgm:t>
        <a:bodyPr/>
        <a:lstStyle/>
        <a:p>
          <a:endParaRPr lang="en-US"/>
        </a:p>
      </dgm:t>
    </dgm:pt>
    <dgm:pt modelId="{E2FABE02-A252-4AE3-B0DC-EFC586622CED}" type="sibTrans" cxnId="{2D85F6E6-6462-438E-B3F5-A3983BC14780}">
      <dgm:prSet/>
      <dgm:spPr/>
      <dgm:t>
        <a:bodyPr/>
        <a:lstStyle/>
        <a:p>
          <a:endParaRPr lang="en-US"/>
        </a:p>
      </dgm:t>
    </dgm:pt>
    <dgm:pt modelId="{35846B3F-F9B4-4B36-8C5C-B42B0299375D}">
      <dgm:prSet custT="1"/>
      <dgm:spPr/>
      <dgm:t>
        <a:bodyPr/>
        <a:lstStyle/>
        <a:p>
          <a:r>
            <a:rPr lang="fr-FR" sz="1100"/>
            <a:t>.gitignore</a:t>
          </a:r>
          <a:endParaRPr lang="en-US" sz="1100"/>
        </a:p>
      </dgm:t>
    </dgm:pt>
    <dgm:pt modelId="{275E7B62-F903-408C-8561-DCF43AE6CD9C}" type="parTrans" cxnId="{17BBE917-6DD3-4C0C-96C0-93D33B119F4E}">
      <dgm:prSet/>
      <dgm:spPr/>
      <dgm:t>
        <a:bodyPr/>
        <a:lstStyle/>
        <a:p>
          <a:endParaRPr lang="en-US"/>
        </a:p>
      </dgm:t>
    </dgm:pt>
    <dgm:pt modelId="{C0B3D349-9B0F-4B92-BFAB-19C6763BAB0D}" type="sibTrans" cxnId="{17BBE917-6DD3-4C0C-96C0-93D33B119F4E}">
      <dgm:prSet/>
      <dgm:spPr/>
      <dgm:t>
        <a:bodyPr/>
        <a:lstStyle/>
        <a:p>
          <a:endParaRPr lang="en-US"/>
        </a:p>
      </dgm:t>
    </dgm:pt>
    <dgm:pt modelId="{E677954F-0AAD-41B5-A99A-3740BD03117A}">
      <dgm:prSet custT="1"/>
      <dgm:spPr/>
      <dgm:t>
        <a:bodyPr/>
        <a:lstStyle/>
        <a:p>
          <a:r>
            <a:rPr lang="fr-FR" sz="1800" dirty="0" err="1"/>
            <a:t>ZOUNGRANA_Maureen_AfriTalent</a:t>
          </a:r>
          <a:r>
            <a:rPr lang="fr-FR" sz="1800" dirty="0"/>
            <a:t> /</a:t>
          </a:r>
          <a:endParaRPr lang="en-US" sz="1800" dirty="0"/>
        </a:p>
      </dgm:t>
    </dgm:pt>
    <dgm:pt modelId="{B94CBC53-24E1-4D64-92E9-077620B627D0}" type="sibTrans" cxnId="{A2E42D2C-BB29-40EA-B46A-D5403FC462D4}">
      <dgm:prSet/>
      <dgm:spPr/>
      <dgm:t>
        <a:bodyPr/>
        <a:lstStyle/>
        <a:p>
          <a:endParaRPr lang="en-US"/>
        </a:p>
      </dgm:t>
    </dgm:pt>
    <dgm:pt modelId="{A331BB6E-2277-4C27-BC02-22F81BBC4134}" type="parTrans" cxnId="{A2E42D2C-BB29-40EA-B46A-D5403FC462D4}">
      <dgm:prSet/>
      <dgm:spPr/>
      <dgm:t>
        <a:bodyPr/>
        <a:lstStyle/>
        <a:p>
          <a:endParaRPr lang="en-US"/>
        </a:p>
      </dgm:t>
    </dgm:pt>
    <dgm:pt modelId="{688E656B-83EC-47CA-A809-BB24F0997002}" type="pres">
      <dgm:prSet presAssocID="{E2A9807F-339F-440B-A526-92F9CD87FD6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6B0F57C-54B9-4609-A655-11122B7F90A0}" type="pres">
      <dgm:prSet presAssocID="{E677954F-0AAD-41B5-A99A-3740BD03117A}" presName="root1" presStyleCnt="0"/>
      <dgm:spPr/>
    </dgm:pt>
    <dgm:pt modelId="{F1EEC83B-B967-4C39-8229-C80E0DCDDDE4}" type="pres">
      <dgm:prSet presAssocID="{E677954F-0AAD-41B5-A99A-3740BD03117A}" presName="LevelOneTextNode" presStyleLbl="node0" presStyleIdx="0" presStyleCnt="1" custScaleX="193296" custScaleY="176204" custLinFactNeighborX="0">
        <dgm:presLayoutVars>
          <dgm:chPref val="3"/>
        </dgm:presLayoutVars>
      </dgm:prSet>
      <dgm:spPr/>
    </dgm:pt>
    <dgm:pt modelId="{F818EB75-DAA5-4459-82FE-DD86A74E9CBF}" type="pres">
      <dgm:prSet presAssocID="{E677954F-0AAD-41B5-A99A-3740BD03117A}" presName="level2hierChild" presStyleCnt="0"/>
      <dgm:spPr/>
    </dgm:pt>
    <dgm:pt modelId="{1BFF8C17-0C94-4141-9470-7D27B7B70215}" type="pres">
      <dgm:prSet presAssocID="{AF0B5051-1F6E-4AA9-9D15-86845204EE46}" presName="conn2-1" presStyleLbl="parChTrans1D2" presStyleIdx="0" presStyleCnt="11"/>
      <dgm:spPr/>
    </dgm:pt>
    <dgm:pt modelId="{117F0768-6D8F-4180-B6FA-F9AF81FD1B84}" type="pres">
      <dgm:prSet presAssocID="{AF0B5051-1F6E-4AA9-9D15-86845204EE46}" presName="connTx" presStyleLbl="parChTrans1D2" presStyleIdx="0" presStyleCnt="11"/>
      <dgm:spPr/>
    </dgm:pt>
    <dgm:pt modelId="{926BB3E0-B8D6-4F09-82EE-F72598FEE4A1}" type="pres">
      <dgm:prSet presAssocID="{A1915081-B17C-4692-B0BB-727BDDF6A3EC}" presName="root2" presStyleCnt="0"/>
      <dgm:spPr/>
    </dgm:pt>
    <dgm:pt modelId="{83A6474C-B814-4A73-845A-D5D6319737B2}" type="pres">
      <dgm:prSet presAssocID="{A1915081-B17C-4692-B0BB-727BDDF6A3EC}" presName="LevelTwoTextNode" presStyleLbl="node2" presStyleIdx="0" presStyleCnt="11">
        <dgm:presLayoutVars>
          <dgm:chPref val="3"/>
        </dgm:presLayoutVars>
      </dgm:prSet>
      <dgm:spPr/>
    </dgm:pt>
    <dgm:pt modelId="{95EF0239-A141-45EC-A2DA-D5BB7B011869}" type="pres">
      <dgm:prSet presAssocID="{A1915081-B17C-4692-B0BB-727BDDF6A3EC}" presName="level3hierChild" presStyleCnt="0"/>
      <dgm:spPr/>
    </dgm:pt>
    <dgm:pt modelId="{04B2DAE7-5E16-49B7-85F1-B636A7390DE6}" type="pres">
      <dgm:prSet presAssocID="{B8C130BF-C701-486A-B1EC-AE49060754B3}" presName="conn2-1" presStyleLbl="parChTrans1D2" presStyleIdx="1" presStyleCnt="11"/>
      <dgm:spPr/>
    </dgm:pt>
    <dgm:pt modelId="{8088B451-9F82-47B3-9B07-0AD2E9CAF461}" type="pres">
      <dgm:prSet presAssocID="{B8C130BF-C701-486A-B1EC-AE49060754B3}" presName="connTx" presStyleLbl="parChTrans1D2" presStyleIdx="1" presStyleCnt="11"/>
      <dgm:spPr/>
    </dgm:pt>
    <dgm:pt modelId="{1414E40F-728D-4CE8-88F4-DA88C435D22E}" type="pres">
      <dgm:prSet presAssocID="{C775BB40-E613-4F11-8083-81AFFDA37F39}" presName="root2" presStyleCnt="0"/>
      <dgm:spPr/>
    </dgm:pt>
    <dgm:pt modelId="{04984D08-3648-490E-88A9-96589881DB20}" type="pres">
      <dgm:prSet presAssocID="{C775BB40-E613-4F11-8083-81AFFDA37F39}" presName="LevelTwoTextNode" presStyleLbl="node2" presStyleIdx="1" presStyleCnt="11">
        <dgm:presLayoutVars>
          <dgm:chPref val="3"/>
        </dgm:presLayoutVars>
      </dgm:prSet>
      <dgm:spPr/>
    </dgm:pt>
    <dgm:pt modelId="{2CE4A70F-35D4-4B87-9716-184CCF97A574}" type="pres">
      <dgm:prSet presAssocID="{C775BB40-E613-4F11-8083-81AFFDA37F39}" presName="level3hierChild" presStyleCnt="0"/>
      <dgm:spPr/>
    </dgm:pt>
    <dgm:pt modelId="{0388023E-A597-4BD1-9393-11543799CC70}" type="pres">
      <dgm:prSet presAssocID="{D2BF10DB-DC60-4880-B997-529F94C0A42A}" presName="conn2-1" presStyleLbl="parChTrans1D2" presStyleIdx="2" presStyleCnt="11"/>
      <dgm:spPr/>
    </dgm:pt>
    <dgm:pt modelId="{1894E86E-A44B-4B3D-A982-31F2E8C99BBB}" type="pres">
      <dgm:prSet presAssocID="{D2BF10DB-DC60-4880-B997-529F94C0A42A}" presName="connTx" presStyleLbl="parChTrans1D2" presStyleIdx="2" presStyleCnt="11"/>
      <dgm:spPr/>
    </dgm:pt>
    <dgm:pt modelId="{262AC320-6097-434C-9541-C35B9300EEB7}" type="pres">
      <dgm:prSet presAssocID="{B7EAA685-E896-4F68-B7BC-C920CF205EDD}" presName="root2" presStyleCnt="0"/>
      <dgm:spPr/>
    </dgm:pt>
    <dgm:pt modelId="{D0EFB756-A9D2-41BB-87DB-54079F55F48A}" type="pres">
      <dgm:prSet presAssocID="{B7EAA685-E896-4F68-B7BC-C920CF205EDD}" presName="LevelTwoTextNode" presStyleLbl="node2" presStyleIdx="2" presStyleCnt="11">
        <dgm:presLayoutVars>
          <dgm:chPref val="3"/>
        </dgm:presLayoutVars>
      </dgm:prSet>
      <dgm:spPr/>
    </dgm:pt>
    <dgm:pt modelId="{68D7DE9C-0809-411E-8B87-34C87B927BA5}" type="pres">
      <dgm:prSet presAssocID="{B7EAA685-E896-4F68-B7BC-C920CF205EDD}" presName="level3hierChild" presStyleCnt="0"/>
      <dgm:spPr/>
    </dgm:pt>
    <dgm:pt modelId="{D6627B59-BC83-4C00-AD1C-6D6D6B803DA2}" type="pres">
      <dgm:prSet presAssocID="{042252AC-D981-480B-9C0B-F746F22516AC}" presName="conn2-1" presStyleLbl="parChTrans1D2" presStyleIdx="3" presStyleCnt="11"/>
      <dgm:spPr/>
    </dgm:pt>
    <dgm:pt modelId="{FD9D1223-6751-4980-B9E1-F0E0E52E60C8}" type="pres">
      <dgm:prSet presAssocID="{042252AC-D981-480B-9C0B-F746F22516AC}" presName="connTx" presStyleLbl="parChTrans1D2" presStyleIdx="3" presStyleCnt="11"/>
      <dgm:spPr/>
    </dgm:pt>
    <dgm:pt modelId="{D75712E0-2042-46BD-9EFE-C281EA280B39}" type="pres">
      <dgm:prSet presAssocID="{8AECF4EC-CA34-46B6-BA6C-28A54EE244A3}" presName="root2" presStyleCnt="0"/>
      <dgm:spPr/>
    </dgm:pt>
    <dgm:pt modelId="{478DBB66-2F8F-4B3D-8B3C-60DA78554EFE}" type="pres">
      <dgm:prSet presAssocID="{8AECF4EC-CA34-46B6-BA6C-28A54EE244A3}" presName="LevelTwoTextNode" presStyleLbl="node2" presStyleIdx="3" presStyleCnt="11">
        <dgm:presLayoutVars>
          <dgm:chPref val="3"/>
        </dgm:presLayoutVars>
      </dgm:prSet>
      <dgm:spPr/>
    </dgm:pt>
    <dgm:pt modelId="{EF347431-40D4-42B5-88FC-63473D2B08D6}" type="pres">
      <dgm:prSet presAssocID="{8AECF4EC-CA34-46B6-BA6C-28A54EE244A3}" presName="level3hierChild" presStyleCnt="0"/>
      <dgm:spPr/>
    </dgm:pt>
    <dgm:pt modelId="{2236B708-5ECB-424E-8994-74C7AEEE0E9D}" type="pres">
      <dgm:prSet presAssocID="{A0BB3A73-7A0D-4CFB-981B-E092644D11FA}" presName="conn2-1" presStyleLbl="parChTrans1D2" presStyleIdx="4" presStyleCnt="11"/>
      <dgm:spPr/>
    </dgm:pt>
    <dgm:pt modelId="{5376D9CD-DFDF-4A48-B58D-D7D9012504CB}" type="pres">
      <dgm:prSet presAssocID="{A0BB3A73-7A0D-4CFB-981B-E092644D11FA}" presName="connTx" presStyleLbl="parChTrans1D2" presStyleIdx="4" presStyleCnt="11"/>
      <dgm:spPr/>
    </dgm:pt>
    <dgm:pt modelId="{29691217-971F-4F1D-9B79-E6486D2F9424}" type="pres">
      <dgm:prSet presAssocID="{DEAF2691-4440-4F9F-BA6C-73126A170CFD}" presName="root2" presStyleCnt="0"/>
      <dgm:spPr/>
    </dgm:pt>
    <dgm:pt modelId="{1024EE0C-3190-4857-AC6A-FBB52B435744}" type="pres">
      <dgm:prSet presAssocID="{DEAF2691-4440-4F9F-BA6C-73126A170CFD}" presName="LevelTwoTextNode" presStyleLbl="node2" presStyleIdx="4" presStyleCnt="11">
        <dgm:presLayoutVars>
          <dgm:chPref val="3"/>
        </dgm:presLayoutVars>
      </dgm:prSet>
      <dgm:spPr/>
    </dgm:pt>
    <dgm:pt modelId="{E6116A7C-B9DE-4916-9A0A-D30AA861D451}" type="pres">
      <dgm:prSet presAssocID="{DEAF2691-4440-4F9F-BA6C-73126A170CFD}" presName="level3hierChild" presStyleCnt="0"/>
      <dgm:spPr/>
    </dgm:pt>
    <dgm:pt modelId="{D7082928-B629-4C2B-8DEE-9C89A32EB1C0}" type="pres">
      <dgm:prSet presAssocID="{2EF68A0E-83A4-4874-B846-4D1E73A8631E}" presName="conn2-1" presStyleLbl="parChTrans1D2" presStyleIdx="5" presStyleCnt="11"/>
      <dgm:spPr/>
    </dgm:pt>
    <dgm:pt modelId="{FDE60B44-5E7E-4B14-9B53-E61D6114DDC6}" type="pres">
      <dgm:prSet presAssocID="{2EF68A0E-83A4-4874-B846-4D1E73A8631E}" presName="connTx" presStyleLbl="parChTrans1D2" presStyleIdx="5" presStyleCnt="11"/>
      <dgm:spPr/>
    </dgm:pt>
    <dgm:pt modelId="{BFCDA496-9110-47E6-88D4-ABAFDA9B69EF}" type="pres">
      <dgm:prSet presAssocID="{59B4AF85-4A11-4FFB-813F-7F24144B3F85}" presName="root2" presStyleCnt="0"/>
      <dgm:spPr/>
    </dgm:pt>
    <dgm:pt modelId="{F2A17F81-1457-4AA3-A39B-CDFB69B30589}" type="pres">
      <dgm:prSet presAssocID="{59B4AF85-4A11-4FFB-813F-7F24144B3F85}" presName="LevelTwoTextNode" presStyleLbl="node2" presStyleIdx="5" presStyleCnt="11">
        <dgm:presLayoutVars>
          <dgm:chPref val="3"/>
        </dgm:presLayoutVars>
      </dgm:prSet>
      <dgm:spPr/>
    </dgm:pt>
    <dgm:pt modelId="{01016970-70FE-43C2-BC6C-A1456F56AC98}" type="pres">
      <dgm:prSet presAssocID="{59B4AF85-4A11-4FFB-813F-7F24144B3F85}" presName="level3hierChild" presStyleCnt="0"/>
      <dgm:spPr/>
    </dgm:pt>
    <dgm:pt modelId="{5E6FB84E-F204-490A-AF88-45F2CE87D843}" type="pres">
      <dgm:prSet presAssocID="{D28642B8-2A81-4A48-A18F-CD61638F934F}" presName="conn2-1" presStyleLbl="parChTrans1D3" presStyleIdx="0" presStyleCnt="4"/>
      <dgm:spPr/>
    </dgm:pt>
    <dgm:pt modelId="{88E326EF-5096-4CC2-A611-D87E2201EC73}" type="pres">
      <dgm:prSet presAssocID="{D28642B8-2A81-4A48-A18F-CD61638F934F}" presName="connTx" presStyleLbl="parChTrans1D3" presStyleIdx="0" presStyleCnt="4"/>
      <dgm:spPr/>
    </dgm:pt>
    <dgm:pt modelId="{B6D118A4-082C-497D-9434-AA92B8F0D4C7}" type="pres">
      <dgm:prSet presAssocID="{AE3BAED9-4877-46FA-B367-3F8E4062268A}" presName="root2" presStyleCnt="0"/>
      <dgm:spPr/>
    </dgm:pt>
    <dgm:pt modelId="{26A717A7-AECE-4F38-BDD0-C81B0A7A8736}" type="pres">
      <dgm:prSet presAssocID="{AE3BAED9-4877-46FA-B367-3F8E4062268A}" presName="LevelTwoTextNode" presStyleLbl="node3" presStyleIdx="0" presStyleCnt="4">
        <dgm:presLayoutVars>
          <dgm:chPref val="3"/>
        </dgm:presLayoutVars>
      </dgm:prSet>
      <dgm:spPr/>
    </dgm:pt>
    <dgm:pt modelId="{74FED57D-647E-49EC-9954-24135BAD0A80}" type="pres">
      <dgm:prSet presAssocID="{AE3BAED9-4877-46FA-B367-3F8E4062268A}" presName="level3hierChild" presStyleCnt="0"/>
      <dgm:spPr/>
    </dgm:pt>
    <dgm:pt modelId="{E77ABA7F-AD63-418D-B3EC-94060B2741CB}" type="pres">
      <dgm:prSet presAssocID="{AF59B30F-2863-48C7-BB67-C132A6134417}" presName="conn2-1" presStyleLbl="parChTrans1D2" presStyleIdx="6" presStyleCnt="11"/>
      <dgm:spPr/>
    </dgm:pt>
    <dgm:pt modelId="{3175843B-353F-4826-9E29-84D56935E227}" type="pres">
      <dgm:prSet presAssocID="{AF59B30F-2863-48C7-BB67-C132A6134417}" presName="connTx" presStyleLbl="parChTrans1D2" presStyleIdx="6" presStyleCnt="11"/>
      <dgm:spPr/>
    </dgm:pt>
    <dgm:pt modelId="{3489D5FB-9170-46AB-B3EC-1A54B59BD640}" type="pres">
      <dgm:prSet presAssocID="{EE915F89-43AC-49D7-8898-E26B38F378C6}" presName="root2" presStyleCnt="0"/>
      <dgm:spPr/>
    </dgm:pt>
    <dgm:pt modelId="{6C1D4580-9BBA-470F-8E33-844B5F278BA3}" type="pres">
      <dgm:prSet presAssocID="{EE915F89-43AC-49D7-8898-E26B38F378C6}" presName="LevelTwoTextNode" presStyleLbl="node2" presStyleIdx="6" presStyleCnt="11">
        <dgm:presLayoutVars>
          <dgm:chPref val="3"/>
        </dgm:presLayoutVars>
      </dgm:prSet>
      <dgm:spPr/>
    </dgm:pt>
    <dgm:pt modelId="{8DF4ABE2-DC85-4F9D-9EA0-F1C8ACE76D8A}" type="pres">
      <dgm:prSet presAssocID="{EE915F89-43AC-49D7-8898-E26B38F378C6}" presName="level3hierChild" presStyleCnt="0"/>
      <dgm:spPr/>
    </dgm:pt>
    <dgm:pt modelId="{F151B04E-5BF1-4565-8EC7-AC952B83E2EA}" type="pres">
      <dgm:prSet presAssocID="{ED3272AC-9024-41E0-9563-A0FF708FB2D1}" presName="conn2-1" presStyleLbl="parChTrans1D3" presStyleIdx="1" presStyleCnt="4"/>
      <dgm:spPr/>
    </dgm:pt>
    <dgm:pt modelId="{802DEEC1-0ED2-4418-A965-C787938D1F24}" type="pres">
      <dgm:prSet presAssocID="{ED3272AC-9024-41E0-9563-A0FF708FB2D1}" presName="connTx" presStyleLbl="parChTrans1D3" presStyleIdx="1" presStyleCnt="4"/>
      <dgm:spPr/>
    </dgm:pt>
    <dgm:pt modelId="{8C491A77-31A8-4621-89AA-B77909E67859}" type="pres">
      <dgm:prSet presAssocID="{F4D3C8DA-E6B1-4D8F-AD2B-42958D8DF7C6}" presName="root2" presStyleCnt="0"/>
      <dgm:spPr/>
    </dgm:pt>
    <dgm:pt modelId="{D7077CA0-5AF8-4132-B221-468B907EF9DE}" type="pres">
      <dgm:prSet presAssocID="{F4D3C8DA-E6B1-4D8F-AD2B-42958D8DF7C6}" presName="LevelTwoTextNode" presStyleLbl="node3" presStyleIdx="1" presStyleCnt="4">
        <dgm:presLayoutVars>
          <dgm:chPref val="3"/>
        </dgm:presLayoutVars>
      </dgm:prSet>
      <dgm:spPr/>
    </dgm:pt>
    <dgm:pt modelId="{8FBCC3A4-913C-4007-BC69-BD34E377FDC1}" type="pres">
      <dgm:prSet presAssocID="{F4D3C8DA-E6B1-4D8F-AD2B-42958D8DF7C6}" presName="level3hierChild" presStyleCnt="0"/>
      <dgm:spPr/>
    </dgm:pt>
    <dgm:pt modelId="{C3E8C0D3-39EB-43BD-909C-AA891A0FB01A}" type="pres">
      <dgm:prSet presAssocID="{C1A3273F-4760-419D-928D-681754285CBE}" presName="conn2-1" presStyleLbl="parChTrans1D2" presStyleIdx="7" presStyleCnt="11"/>
      <dgm:spPr/>
    </dgm:pt>
    <dgm:pt modelId="{E842BB77-5D45-49FD-BF15-3E85DE8D25D1}" type="pres">
      <dgm:prSet presAssocID="{C1A3273F-4760-419D-928D-681754285CBE}" presName="connTx" presStyleLbl="parChTrans1D2" presStyleIdx="7" presStyleCnt="11"/>
      <dgm:spPr/>
    </dgm:pt>
    <dgm:pt modelId="{2A1C90D4-830D-4835-A03C-7C19E560CAEB}" type="pres">
      <dgm:prSet presAssocID="{D8F42F03-C263-40E6-AAB9-9C4347267816}" presName="root2" presStyleCnt="0"/>
      <dgm:spPr/>
    </dgm:pt>
    <dgm:pt modelId="{A2FDA517-71E7-4A3B-AD61-7E0CBF445643}" type="pres">
      <dgm:prSet presAssocID="{D8F42F03-C263-40E6-AAB9-9C4347267816}" presName="LevelTwoTextNode" presStyleLbl="node2" presStyleIdx="7" presStyleCnt="11">
        <dgm:presLayoutVars>
          <dgm:chPref val="3"/>
        </dgm:presLayoutVars>
      </dgm:prSet>
      <dgm:spPr/>
    </dgm:pt>
    <dgm:pt modelId="{DD9978E3-457B-4617-8C78-A5280E1F5996}" type="pres">
      <dgm:prSet presAssocID="{D8F42F03-C263-40E6-AAB9-9C4347267816}" presName="level3hierChild" presStyleCnt="0"/>
      <dgm:spPr/>
    </dgm:pt>
    <dgm:pt modelId="{D382D4EF-ECBF-4418-9C94-1D8E08D50A48}" type="pres">
      <dgm:prSet presAssocID="{7A219F29-1DB4-43B8-BA37-5B54E5DCF781}" presName="conn2-1" presStyleLbl="parChTrans1D3" presStyleIdx="2" presStyleCnt="4"/>
      <dgm:spPr/>
    </dgm:pt>
    <dgm:pt modelId="{F3198915-A89D-419D-A18B-72216B26223A}" type="pres">
      <dgm:prSet presAssocID="{7A219F29-1DB4-43B8-BA37-5B54E5DCF781}" presName="connTx" presStyleLbl="parChTrans1D3" presStyleIdx="2" presStyleCnt="4"/>
      <dgm:spPr/>
    </dgm:pt>
    <dgm:pt modelId="{70E90EF0-902C-41F7-925A-7B6545BFB6EA}" type="pres">
      <dgm:prSet presAssocID="{B9AC75BC-68FF-4673-B9FB-423D3EC2FEF3}" presName="root2" presStyleCnt="0"/>
      <dgm:spPr/>
    </dgm:pt>
    <dgm:pt modelId="{0C9F3096-3A12-4928-9177-E1FECC10FF6D}" type="pres">
      <dgm:prSet presAssocID="{B9AC75BC-68FF-4673-B9FB-423D3EC2FEF3}" presName="LevelTwoTextNode" presStyleLbl="node3" presStyleIdx="2" presStyleCnt="4" custScaleX="242835" custScaleY="120448">
        <dgm:presLayoutVars>
          <dgm:chPref val="3"/>
        </dgm:presLayoutVars>
      </dgm:prSet>
      <dgm:spPr/>
    </dgm:pt>
    <dgm:pt modelId="{82D3949D-42C5-434A-ADC9-B1EA68B41C56}" type="pres">
      <dgm:prSet presAssocID="{B9AC75BC-68FF-4673-B9FB-423D3EC2FEF3}" presName="level3hierChild" presStyleCnt="0"/>
      <dgm:spPr/>
    </dgm:pt>
    <dgm:pt modelId="{3FFE2ACC-A8CC-4A5C-BDF9-E7127BCD7774}" type="pres">
      <dgm:prSet presAssocID="{26299AB8-96CF-4743-BA69-2F6D133EB686}" presName="conn2-1" presStyleLbl="parChTrans1D2" presStyleIdx="8" presStyleCnt="11"/>
      <dgm:spPr/>
    </dgm:pt>
    <dgm:pt modelId="{939C9DD3-8368-4E3E-8115-84AE8F290330}" type="pres">
      <dgm:prSet presAssocID="{26299AB8-96CF-4743-BA69-2F6D133EB686}" presName="connTx" presStyleLbl="parChTrans1D2" presStyleIdx="8" presStyleCnt="11"/>
      <dgm:spPr/>
    </dgm:pt>
    <dgm:pt modelId="{B853724B-15E0-475F-B4FD-71090917BEE7}" type="pres">
      <dgm:prSet presAssocID="{D7453D11-CEC2-4223-A0AB-A96EEF76ECB3}" presName="root2" presStyleCnt="0"/>
      <dgm:spPr/>
    </dgm:pt>
    <dgm:pt modelId="{477C4F26-A944-47B7-88CF-374DD4BA59DA}" type="pres">
      <dgm:prSet presAssocID="{D7453D11-CEC2-4223-A0AB-A96EEF76ECB3}" presName="LevelTwoTextNode" presStyleLbl="node2" presStyleIdx="8" presStyleCnt="11">
        <dgm:presLayoutVars>
          <dgm:chPref val="3"/>
        </dgm:presLayoutVars>
      </dgm:prSet>
      <dgm:spPr/>
    </dgm:pt>
    <dgm:pt modelId="{52452FE1-8830-4748-905F-CFE9B99CF421}" type="pres">
      <dgm:prSet presAssocID="{D7453D11-CEC2-4223-A0AB-A96EEF76ECB3}" presName="level3hierChild" presStyleCnt="0"/>
      <dgm:spPr/>
    </dgm:pt>
    <dgm:pt modelId="{19650FC1-D4D4-4975-87EF-B013F47FACD1}" type="pres">
      <dgm:prSet presAssocID="{8D63AD2F-0860-40A0-AA2D-71912EAA154E}" presName="conn2-1" presStyleLbl="parChTrans1D3" presStyleIdx="3" presStyleCnt="4"/>
      <dgm:spPr/>
    </dgm:pt>
    <dgm:pt modelId="{389239FD-72FC-40F2-B044-023807A88EF3}" type="pres">
      <dgm:prSet presAssocID="{8D63AD2F-0860-40A0-AA2D-71912EAA154E}" presName="connTx" presStyleLbl="parChTrans1D3" presStyleIdx="3" presStyleCnt="4"/>
      <dgm:spPr/>
    </dgm:pt>
    <dgm:pt modelId="{B04529AF-012E-4BC6-842B-5B8E9F220A63}" type="pres">
      <dgm:prSet presAssocID="{8C4329C6-8222-419C-9177-3638F9D2D610}" presName="root2" presStyleCnt="0"/>
      <dgm:spPr/>
    </dgm:pt>
    <dgm:pt modelId="{6289810B-8E40-4895-9F61-CCF1B0B3AA36}" type="pres">
      <dgm:prSet presAssocID="{8C4329C6-8222-419C-9177-3638F9D2D610}" presName="LevelTwoTextNode" presStyleLbl="node3" presStyleIdx="3" presStyleCnt="4" custScaleX="227799" custScaleY="138958">
        <dgm:presLayoutVars>
          <dgm:chPref val="3"/>
        </dgm:presLayoutVars>
      </dgm:prSet>
      <dgm:spPr/>
    </dgm:pt>
    <dgm:pt modelId="{B98A3F16-489A-4C44-B445-EB3BA5E5E032}" type="pres">
      <dgm:prSet presAssocID="{8C4329C6-8222-419C-9177-3638F9D2D610}" presName="level3hierChild" presStyleCnt="0"/>
      <dgm:spPr/>
    </dgm:pt>
    <dgm:pt modelId="{E7A077F7-54CD-4688-BA7B-10D380457D63}" type="pres">
      <dgm:prSet presAssocID="{3A2B56F2-E5CE-498B-87D0-C157808365A2}" presName="conn2-1" presStyleLbl="parChTrans1D2" presStyleIdx="9" presStyleCnt="11"/>
      <dgm:spPr/>
    </dgm:pt>
    <dgm:pt modelId="{C60408A0-4D3A-4144-AA9B-32BCC33B8F23}" type="pres">
      <dgm:prSet presAssocID="{3A2B56F2-E5CE-498B-87D0-C157808365A2}" presName="connTx" presStyleLbl="parChTrans1D2" presStyleIdx="9" presStyleCnt="11"/>
      <dgm:spPr/>
    </dgm:pt>
    <dgm:pt modelId="{0283B471-905B-4F6D-8D64-F533814E2F63}" type="pres">
      <dgm:prSet presAssocID="{EE32BD58-3C9C-40EF-99C0-18AAEBE803D9}" presName="root2" presStyleCnt="0"/>
      <dgm:spPr/>
    </dgm:pt>
    <dgm:pt modelId="{9E024949-C5B8-46FE-A33D-B653017F2D6A}" type="pres">
      <dgm:prSet presAssocID="{EE32BD58-3C9C-40EF-99C0-18AAEBE803D9}" presName="LevelTwoTextNode" presStyleLbl="node2" presStyleIdx="9" presStyleCnt="11">
        <dgm:presLayoutVars>
          <dgm:chPref val="3"/>
        </dgm:presLayoutVars>
      </dgm:prSet>
      <dgm:spPr/>
    </dgm:pt>
    <dgm:pt modelId="{CFAEBCDB-5F3A-4A6F-98D5-5559D45FBC66}" type="pres">
      <dgm:prSet presAssocID="{EE32BD58-3C9C-40EF-99C0-18AAEBE803D9}" presName="level3hierChild" presStyleCnt="0"/>
      <dgm:spPr/>
    </dgm:pt>
    <dgm:pt modelId="{7530324B-3C0E-4FB3-8A10-784C9194CF09}" type="pres">
      <dgm:prSet presAssocID="{275E7B62-F903-408C-8561-DCF43AE6CD9C}" presName="conn2-1" presStyleLbl="parChTrans1D2" presStyleIdx="10" presStyleCnt="11"/>
      <dgm:spPr/>
    </dgm:pt>
    <dgm:pt modelId="{313C4CBD-8E3B-499B-A3DD-EBCED69FBB26}" type="pres">
      <dgm:prSet presAssocID="{275E7B62-F903-408C-8561-DCF43AE6CD9C}" presName="connTx" presStyleLbl="parChTrans1D2" presStyleIdx="10" presStyleCnt="11"/>
      <dgm:spPr/>
    </dgm:pt>
    <dgm:pt modelId="{A71FF564-C23A-4166-9B35-179BE55D90C4}" type="pres">
      <dgm:prSet presAssocID="{35846B3F-F9B4-4B36-8C5C-B42B0299375D}" presName="root2" presStyleCnt="0"/>
      <dgm:spPr/>
    </dgm:pt>
    <dgm:pt modelId="{BFD3DB89-2373-4F3D-8758-EFC31A1726C7}" type="pres">
      <dgm:prSet presAssocID="{35846B3F-F9B4-4B36-8C5C-B42B0299375D}" presName="LevelTwoTextNode" presStyleLbl="node2" presStyleIdx="10" presStyleCnt="11">
        <dgm:presLayoutVars>
          <dgm:chPref val="3"/>
        </dgm:presLayoutVars>
      </dgm:prSet>
      <dgm:spPr/>
    </dgm:pt>
    <dgm:pt modelId="{4064F75E-8E5A-40D2-A03F-46D97874B766}" type="pres">
      <dgm:prSet presAssocID="{35846B3F-F9B4-4B36-8C5C-B42B0299375D}" presName="level3hierChild" presStyleCnt="0"/>
      <dgm:spPr/>
    </dgm:pt>
  </dgm:ptLst>
  <dgm:cxnLst>
    <dgm:cxn modelId="{CEFDC700-8776-49BE-A1CB-C68E05579585}" srcId="{E677954F-0AAD-41B5-A99A-3740BD03117A}" destId="{EE915F89-43AC-49D7-8898-E26B38F378C6}" srcOrd="6" destOrd="0" parTransId="{AF59B30F-2863-48C7-BB67-C132A6134417}" sibTransId="{2EE7D35A-2CE3-4591-8D48-CEDBEE2CD82E}"/>
    <dgm:cxn modelId="{5A9A9304-671E-4462-99BC-AE366EEA0382}" type="presOf" srcId="{AE3BAED9-4877-46FA-B367-3F8E4062268A}" destId="{26A717A7-AECE-4F38-BDD0-C81B0A7A8736}" srcOrd="0" destOrd="0" presId="urn:microsoft.com/office/officeart/2008/layout/HorizontalMultiLevelHierarchy#1"/>
    <dgm:cxn modelId="{CF4EFB04-4B0C-4F9E-9DC6-BC16B025D63B}" type="presOf" srcId="{AF59B30F-2863-48C7-BB67-C132A6134417}" destId="{E77ABA7F-AD63-418D-B3EC-94060B2741CB}" srcOrd="0" destOrd="0" presId="urn:microsoft.com/office/officeart/2008/layout/HorizontalMultiLevelHierarchy#1"/>
    <dgm:cxn modelId="{5A9C0A0A-EB00-47E5-8787-7583629F0851}" srcId="{E677954F-0AAD-41B5-A99A-3740BD03117A}" destId="{D8F42F03-C263-40E6-AAB9-9C4347267816}" srcOrd="7" destOrd="0" parTransId="{C1A3273F-4760-419D-928D-681754285CBE}" sibTransId="{DFCC4053-AF7A-4A9E-8DCC-9A309E52DC1B}"/>
    <dgm:cxn modelId="{3DF0CE10-94ED-4D7B-A467-90BE34F12D5E}" srcId="{D8F42F03-C263-40E6-AAB9-9C4347267816}" destId="{B9AC75BC-68FF-4673-B9FB-423D3EC2FEF3}" srcOrd="0" destOrd="0" parTransId="{7A219F29-1DB4-43B8-BA37-5B54E5DCF781}" sibTransId="{A672F735-FC40-40AF-8379-9E8F81662C72}"/>
    <dgm:cxn modelId="{A2496A13-5B6E-4DC2-A20B-611CE4ED83FB}" type="presOf" srcId="{3A2B56F2-E5CE-498B-87D0-C157808365A2}" destId="{E7A077F7-54CD-4688-BA7B-10D380457D63}" srcOrd="0" destOrd="0" presId="urn:microsoft.com/office/officeart/2008/layout/HorizontalMultiLevelHierarchy#1"/>
    <dgm:cxn modelId="{2D117714-C8E0-4BCC-B670-F7CD5FC38C2A}" srcId="{E677954F-0AAD-41B5-A99A-3740BD03117A}" destId="{59B4AF85-4A11-4FFB-813F-7F24144B3F85}" srcOrd="5" destOrd="0" parTransId="{2EF68A0E-83A4-4874-B846-4D1E73A8631E}" sibTransId="{2065239D-A24E-470A-B424-87D600E1E96F}"/>
    <dgm:cxn modelId="{EA57B216-3B73-4F03-AF4C-8D65A3D688C2}" srcId="{E677954F-0AAD-41B5-A99A-3740BD03117A}" destId="{8AECF4EC-CA34-46B6-BA6C-28A54EE244A3}" srcOrd="3" destOrd="0" parTransId="{042252AC-D981-480B-9C0B-F746F22516AC}" sibTransId="{3969E03C-F687-46E3-8FE1-A9950B88254D}"/>
    <dgm:cxn modelId="{17BBE917-6DD3-4C0C-96C0-93D33B119F4E}" srcId="{E677954F-0AAD-41B5-A99A-3740BD03117A}" destId="{35846B3F-F9B4-4B36-8C5C-B42B0299375D}" srcOrd="10" destOrd="0" parTransId="{275E7B62-F903-408C-8561-DCF43AE6CD9C}" sibTransId="{C0B3D349-9B0F-4B92-BFAB-19C6763BAB0D}"/>
    <dgm:cxn modelId="{B1F0A71A-FC02-48C6-84B2-8E7A1A0E27EB}" type="presOf" srcId="{8D63AD2F-0860-40A0-AA2D-71912EAA154E}" destId="{19650FC1-D4D4-4975-87EF-B013F47FACD1}" srcOrd="0" destOrd="0" presId="urn:microsoft.com/office/officeart/2008/layout/HorizontalMultiLevelHierarchy#1"/>
    <dgm:cxn modelId="{F6C6D11D-8054-4418-8ACB-340CAE89FE7C}" type="presOf" srcId="{275E7B62-F903-408C-8561-DCF43AE6CD9C}" destId="{7530324B-3C0E-4FB3-8A10-784C9194CF09}" srcOrd="0" destOrd="0" presId="urn:microsoft.com/office/officeart/2008/layout/HorizontalMultiLevelHierarchy#1"/>
    <dgm:cxn modelId="{B4452B26-7D6B-4746-980B-BA12F18F93C2}" type="presOf" srcId="{EE915F89-43AC-49D7-8898-E26B38F378C6}" destId="{6C1D4580-9BBA-470F-8E33-844B5F278BA3}" srcOrd="0" destOrd="0" presId="urn:microsoft.com/office/officeart/2008/layout/HorizontalMultiLevelHierarchy#1"/>
    <dgm:cxn modelId="{DE40992A-09E5-4269-8DBA-3671B2BA2A51}" type="presOf" srcId="{26299AB8-96CF-4743-BA69-2F6D133EB686}" destId="{3FFE2ACC-A8CC-4A5C-BDF9-E7127BCD7774}" srcOrd="0" destOrd="0" presId="urn:microsoft.com/office/officeart/2008/layout/HorizontalMultiLevelHierarchy#1"/>
    <dgm:cxn modelId="{A2E42D2C-BB29-40EA-B46A-D5403FC462D4}" srcId="{E2A9807F-339F-440B-A526-92F9CD87FD62}" destId="{E677954F-0AAD-41B5-A99A-3740BD03117A}" srcOrd="0" destOrd="0" parTransId="{A331BB6E-2277-4C27-BC02-22F81BBC4134}" sibTransId="{B94CBC53-24E1-4D64-92E9-077620B627D0}"/>
    <dgm:cxn modelId="{F208142F-4C5A-451F-B3A3-6561E5A0FAC3}" type="presOf" srcId="{A0BB3A73-7A0D-4CFB-981B-E092644D11FA}" destId="{5376D9CD-DFDF-4A48-B58D-D7D9012504CB}" srcOrd="1" destOrd="0" presId="urn:microsoft.com/office/officeart/2008/layout/HorizontalMultiLevelHierarchy#1"/>
    <dgm:cxn modelId="{80EF2C2F-C543-4FD2-96C3-B2FFAFB8E5FF}" type="presOf" srcId="{C775BB40-E613-4F11-8083-81AFFDA37F39}" destId="{04984D08-3648-490E-88A9-96589881DB20}" srcOrd="0" destOrd="0" presId="urn:microsoft.com/office/officeart/2008/layout/HorizontalMultiLevelHierarchy#1"/>
    <dgm:cxn modelId="{1F595437-2D76-46D3-B1A8-5F9F45B4FAAD}" srcId="{E677954F-0AAD-41B5-A99A-3740BD03117A}" destId="{C775BB40-E613-4F11-8083-81AFFDA37F39}" srcOrd="1" destOrd="0" parTransId="{B8C130BF-C701-486A-B1EC-AE49060754B3}" sibTransId="{D4A6698D-5702-42E1-93DD-5A13DAEE7ADB}"/>
    <dgm:cxn modelId="{DB8EED3B-EFC2-4B6C-B468-D7B93E3F468E}" type="presOf" srcId="{042252AC-D981-480B-9C0B-F746F22516AC}" destId="{D6627B59-BC83-4C00-AD1C-6D6D6B803DA2}" srcOrd="0" destOrd="0" presId="urn:microsoft.com/office/officeart/2008/layout/HorizontalMultiLevelHierarchy#1"/>
    <dgm:cxn modelId="{11FF533D-257E-41B5-9EED-57C227B80BC8}" type="presOf" srcId="{042252AC-D981-480B-9C0B-F746F22516AC}" destId="{FD9D1223-6751-4980-B9E1-F0E0E52E60C8}" srcOrd="1" destOrd="0" presId="urn:microsoft.com/office/officeart/2008/layout/HorizontalMultiLevelHierarchy#1"/>
    <dgm:cxn modelId="{3D7AEA5B-6145-4409-8F79-A77005C5CED5}" srcId="{E677954F-0AAD-41B5-A99A-3740BD03117A}" destId="{DEAF2691-4440-4F9F-BA6C-73126A170CFD}" srcOrd="4" destOrd="0" parTransId="{A0BB3A73-7A0D-4CFB-981B-E092644D11FA}" sibTransId="{75F03E93-106A-4E1A-927D-0D206B363147}"/>
    <dgm:cxn modelId="{76C5F144-B70B-40EB-AB2E-8A82BB7EDB44}" srcId="{59B4AF85-4A11-4FFB-813F-7F24144B3F85}" destId="{AE3BAED9-4877-46FA-B367-3F8E4062268A}" srcOrd="0" destOrd="0" parTransId="{D28642B8-2A81-4A48-A18F-CD61638F934F}" sibTransId="{E4D4504E-D39B-4F87-BDCC-641D14E590E8}"/>
    <dgm:cxn modelId="{AA959665-A158-48CB-AB8D-4DBFFEF8CE32}" type="presOf" srcId="{D28642B8-2A81-4A48-A18F-CD61638F934F}" destId="{5E6FB84E-F204-490A-AF88-45F2CE87D843}" srcOrd="0" destOrd="0" presId="urn:microsoft.com/office/officeart/2008/layout/HorizontalMultiLevelHierarchy#1"/>
    <dgm:cxn modelId="{CCE7CA45-E663-424C-B6C4-8E900DD88FFD}" type="presOf" srcId="{EE32BD58-3C9C-40EF-99C0-18AAEBE803D9}" destId="{9E024949-C5B8-46FE-A33D-B653017F2D6A}" srcOrd="0" destOrd="0" presId="urn:microsoft.com/office/officeart/2008/layout/HorizontalMultiLevelHierarchy#1"/>
    <dgm:cxn modelId="{1BF11E46-D61A-4A73-9FB3-8861604FD7B4}" type="presOf" srcId="{B9AC75BC-68FF-4673-B9FB-423D3EC2FEF3}" destId="{0C9F3096-3A12-4928-9177-E1FECC10FF6D}" srcOrd="0" destOrd="0" presId="urn:microsoft.com/office/officeart/2008/layout/HorizontalMultiLevelHierarchy#1"/>
    <dgm:cxn modelId="{BF72BB49-C002-437A-91F1-8129B70CD730}" type="presOf" srcId="{ED3272AC-9024-41E0-9563-A0FF708FB2D1}" destId="{802DEEC1-0ED2-4418-A965-C787938D1F24}" srcOrd="1" destOrd="0" presId="urn:microsoft.com/office/officeart/2008/layout/HorizontalMultiLevelHierarchy#1"/>
    <dgm:cxn modelId="{C3BFDF4B-B86B-4EA5-A658-F53DA6FFB4A8}" srcId="{D7453D11-CEC2-4223-A0AB-A96EEF76ECB3}" destId="{8C4329C6-8222-419C-9177-3638F9D2D610}" srcOrd="0" destOrd="0" parTransId="{8D63AD2F-0860-40A0-AA2D-71912EAA154E}" sibTransId="{6A64D4A6-9805-490A-8404-D14950007438}"/>
    <dgm:cxn modelId="{F79A784C-1F9C-4FF6-9048-B3A18AD66990}" type="presOf" srcId="{2EF68A0E-83A4-4874-B846-4D1E73A8631E}" destId="{FDE60B44-5E7E-4B14-9B53-E61D6114DDC6}" srcOrd="1" destOrd="0" presId="urn:microsoft.com/office/officeart/2008/layout/HorizontalMultiLevelHierarchy#1"/>
    <dgm:cxn modelId="{DEBE254E-80CA-4E72-BF74-3339DE3728AA}" srcId="{E677954F-0AAD-41B5-A99A-3740BD03117A}" destId="{B7EAA685-E896-4F68-B7BC-C920CF205EDD}" srcOrd="2" destOrd="0" parTransId="{D2BF10DB-DC60-4880-B997-529F94C0A42A}" sibTransId="{AB152589-F5BE-4C3E-B12C-DBDB7A78C370}"/>
    <dgm:cxn modelId="{65242F4F-A295-4BF0-99CE-7623046617A5}" type="presOf" srcId="{D2BF10DB-DC60-4880-B997-529F94C0A42A}" destId="{0388023E-A597-4BD1-9393-11543799CC70}" srcOrd="0" destOrd="0" presId="urn:microsoft.com/office/officeart/2008/layout/HorizontalMultiLevelHierarchy#1"/>
    <dgm:cxn modelId="{84DB9376-31C0-477C-984A-3357A3A13BE1}" type="presOf" srcId="{8AECF4EC-CA34-46B6-BA6C-28A54EE244A3}" destId="{478DBB66-2F8F-4B3D-8B3C-60DA78554EFE}" srcOrd="0" destOrd="0" presId="urn:microsoft.com/office/officeart/2008/layout/HorizontalMultiLevelHierarchy#1"/>
    <dgm:cxn modelId="{D1750778-7368-4C12-B8FF-97D3331CD01D}" type="presOf" srcId="{8D63AD2F-0860-40A0-AA2D-71912EAA154E}" destId="{389239FD-72FC-40F2-B044-023807A88EF3}" srcOrd="1" destOrd="0" presId="urn:microsoft.com/office/officeart/2008/layout/HorizontalMultiLevelHierarchy#1"/>
    <dgm:cxn modelId="{E7DABC7E-768D-479B-8AFA-99976A48C76F}" type="presOf" srcId="{59B4AF85-4A11-4FFB-813F-7F24144B3F85}" destId="{F2A17F81-1457-4AA3-A39B-CDFB69B30589}" srcOrd="0" destOrd="0" presId="urn:microsoft.com/office/officeart/2008/layout/HorizontalMultiLevelHierarchy#1"/>
    <dgm:cxn modelId="{966D1585-B276-4668-9FBB-A3DAE4FF6A10}" srcId="{E677954F-0AAD-41B5-A99A-3740BD03117A}" destId="{D7453D11-CEC2-4223-A0AB-A96EEF76ECB3}" srcOrd="8" destOrd="0" parTransId="{26299AB8-96CF-4743-BA69-2F6D133EB686}" sibTransId="{DB6B4D6B-333E-4880-87D5-A0D835C0327A}"/>
    <dgm:cxn modelId="{ACF34085-4241-4768-8B0C-9983AE057D04}" type="presOf" srcId="{B8C130BF-C701-486A-B1EC-AE49060754B3}" destId="{04B2DAE7-5E16-49B7-85F1-B636A7390DE6}" srcOrd="0" destOrd="0" presId="urn:microsoft.com/office/officeart/2008/layout/HorizontalMultiLevelHierarchy#1"/>
    <dgm:cxn modelId="{B0CFD088-B5B2-4462-8055-CC8373FA9330}" type="presOf" srcId="{B7EAA685-E896-4F68-B7BC-C920CF205EDD}" destId="{D0EFB756-A9D2-41BB-87DB-54079F55F48A}" srcOrd="0" destOrd="0" presId="urn:microsoft.com/office/officeart/2008/layout/HorizontalMultiLevelHierarchy#1"/>
    <dgm:cxn modelId="{B3B71A8C-4CE3-46E9-854B-A6CF6763B718}" type="presOf" srcId="{7A219F29-1DB4-43B8-BA37-5B54E5DCF781}" destId="{D382D4EF-ECBF-4418-9C94-1D8E08D50A48}" srcOrd="0" destOrd="0" presId="urn:microsoft.com/office/officeart/2008/layout/HorizontalMultiLevelHierarchy#1"/>
    <dgm:cxn modelId="{AF39DB8E-3165-452F-81F4-ABC1B411F120}" type="presOf" srcId="{7A219F29-1DB4-43B8-BA37-5B54E5DCF781}" destId="{F3198915-A89D-419D-A18B-72216B26223A}" srcOrd="1" destOrd="0" presId="urn:microsoft.com/office/officeart/2008/layout/HorizontalMultiLevelHierarchy#1"/>
    <dgm:cxn modelId="{C0C79394-F6D6-49E0-8A06-7F5FA6D1C032}" type="presOf" srcId="{275E7B62-F903-408C-8561-DCF43AE6CD9C}" destId="{313C4CBD-8E3B-499B-A3DD-EBCED69FBB26}" srcOrd="1" destOrd="0" presId="urn:microsoft.com/office/officeart/2008/layout/HorizontalMultiLevelHierarchy#1"/>
    <dgm:cxn modelId="{0F45AC95-3C65-46C6-8DD2-1364BA18AAD0}" type="presOf" srcId="{8C4329C6-8222-419C-9177-3638F9D2D610}" destId="{6289810B-8E40-4895-9F61-CCF1B0B3AA36}" srcOrd="0" destOrd="0" presId="urn:microsoft.com/office/officeart/2008/layout/HorizontalMultiLevelHierarchy#1"/>
    <dgm:cxn modelId="{D2465B96-229B-47D5-BC98-C05DB65A1EE0}" type="presOf" srcId="{26299AB8-96CF-4743-BA69-2F6D133EB686}" destId="{939C9DD3-8368-4E3E-8115-84AE8F290330}" srcOrd="1" destOrd="0" presId="urn:microsoft.com/office/officeart/2008/layout/HorizontalMultiLevelHierarchy#1"/>
    <dgm:cxn modelId="{852E0598-965C-42A4-B699-1B5A61022C08}" type="presOf" srcId="{A1915081-B17C-4692-B0BB-727BDDF6A3EC}" destId="{83A6474C-B814-4A73-845A-D5D6319737B2}" srcOrd="0" destOrd="0" presId="urn:microsoft.com/office/officeart/2008/layout/HorizontalMultiLevelHierarchy#1"/>
    <dgm:cxn modelId="{64FA5098-F787-4AC0-A742-7A381F2A341B}" type="presOf" srcId="{D28642B8-2A81-4A48-A18F-CD61638F934F}" destId="{88E326EF-5096-4CC2-A611-D87E2201EC73}" srcOrd="1" destOrd="0" presId="urn:microsoft.com/office/officeart/2008/layout/HorizontalMultiLevelHierarchy#1"/>
    <dgm:cxn modelId="{11A9E198-039A-497D-8068-786EC7249686}" type="presOf" srcId="{AF59B30F-2863-48C7-BB67-C132A6134417}" destId="{3175843B-353F-4826-9E29-84D56935E227}" srcOrd="1" destOrd="0" presId="urn:microsoft.com/office/officeart/2008/layout/HorizontalMultiLevelHierarchy#1"/>
    <dgm:cxn modelId="{BD67A99B-FF62-495A-B91D-98AB1C695E51}" type="presOf" srcId="{D8F42F03-C263-40E6-AAB9-9C4347267816}" destId="{A2FDA517-71E7-4A3B-AD61-7E0CBF445643}" srcOrd="0" destOrd="0" presId="urn:microsoft.com/office/officeart/2008/layout/HorizontalMultiLevelHierarchy#1"/>
    <dgm:cxn modelId="{AB544D9E-02ED-4301-84B1-8BCAF5550813}" type="presOf" srcId="{2EF68A0E-83A4-4874-B846-4D1E73A8631E}" destId="{D7082928-B629-4C2B-8DEE-9C89A32EB1C0}" srcOrd="0" destOrd="0" presId="urn:microsoft.com/office/officeart/2008/layout/HorizontalMultiLevelHierarchy#1"/>
    <dgm:cxn modelId="{AA567E9E-AAB4-4CDA-A4D0-A24E2DA5DF14}" type="presOf" srcId="{AF0B5051-1F6E-4AA9-9D15-86845204EE46}" destId="{117F0768-6D8F-4180-B6FA-F9AF81FD1B84}" srcOrd="1" destOrd="0" presId="urn:microsoft.com/office/officeart/2008/layout/HorizontalMultiLevelHierarchy#1"/>
    <dgm:cxn modelId="{A3875FB1-4C93-49A8-89F6-FCDC2F19ED0A}" type="presOf" srcId="{ED3272AC-9024-41E0-9563-A0FF708FB2D1}" destId="{F151B04E-5BF1-4565-8EC7-AC952B83E2EA}" srcOrd="0" destOrd="0" presId="urn:microsoft.com/office/officeart/2008/layout/HorizontalMultiLevelHierarchy#1"/>
    <dgm:cxn modelId="{090AA1B5-D4C9-4023-81A2-6A37FE17C765}" type="presOf" srcId="{3A2B56F2-E5CE-498B-87D0-C157808365A2}" destId="{C60408A0-4D3A-4144-AA9B-32BCC33B8F23}" srcOrd="1" destOrd="0" presId="urn:microsoft.com/office/officeart/2008/layout/HorizontalMultiLevelHierarchy#1"/>
    <dgm:cxn modelId="{AB8B77B7-89B4-409D-AF39-ADF6E371E7E4}" type="presOf" srcId="{D2BF10DB-DC60-4880-B997-529F94C0A42A}" destId="{1894E86E-A44B-4B3D-A982-31F2E8C99BBB}" srcOrd="1" destOrd="0" presId="urn:microsoft.com/office/officeart/2008/layout/HorizontalMultiLevelHierarchy#1"/>
    <dgm:cxn modelId="{D12B55BA-6B21-4419-A969-D9E217436D29}" type="presOf" srcId="{35846B3F-F9B4-4B36-8C5C-B42B0299375D}" destId="{BFD3DB89-2373-4F3D-8758-EFC31A1726C7}" srcOrd="0" destOrd="0" presId="urn:microsoft.com/office/officeart/2008/layout/HorizontalMultiLevelHierarchy#1"/>
    <dgm:cxn modelId="{6D4178BA-0B2A-40FF-ADCD-BB6172473302}" type="presOf" srcId="{B8C130BF-C701-486A-B1EC-AE49060754B3}" destId="{8088B451-9F82-47B3-9B07-0AD2E9CAF461}" srcOrd="1" destOrd="0" presId="urn:microsoft.com/office/officeart/2008/layout/HorizontalMultiLevelHierarchy#1"/>
    <dgm:cxn modelId="{3A0DABBB-D7FE-481B-892F-3DF9138444A7}" type="presOf" srcId="{C1A3273F-4760-419D-928D-681754285CBE}" destId="{C3E8C0D3-39EB-43BD-909C-AA891A0FB01A}" srcOrd="0" destOrd="0" presId="urn:microsoft.com/office/officeart/2008/layout/HorizontalMultiLevelHierarchy#1"/>
    <dgm:cxn modelId="{B0E5DDBD-EF5A-49D7-B5C3-2643C1B985BC}" type="presOf" srcId="{A0BB3A73-7A0D-4CFB-981B-E092644D11FA}" destId="{2236B708-5ECB-424E-8994-74C7AEEE0E9D}" srcOrd="0" destOrd="0" presId="urn:microsoft.com/office/officeart/2008/layout/HorizontalMultiLevelHierarchy#1"/>
    <dgm:cxn modelId="{2D85F6E6-6462-438E-B3F5-A3983BC14780}" srcId="{E677954F-0AAD-41B5-A99A-3740BD03117A}" destId="{EE32BD58-3C9C-40EF-99C0-18AAEBE803D9}" srcOrd="9" destOrd="0" parTransId="{3A2B56F2-E5CE-498B-87D0-C157808365A2}" sibTransId="{E2FABE02-A252-4AE3-B0DC-EFC586622CED}"/>
    <dgm:cxn modelId="{F9A799E8-E9B2-414D-8E5A-384526A53F1E}" srcId="{E677954F-0AAD-41B5-A99A-3740BD03117A}" destId="{A1915081-B17C-4692-B0BB-727BDDF6A3EC}" srcOrd="0" destOrd="0" parTransId="{AF0B5051-1F6E-4AA9-9D15-86845204EE46}" sibTransId="{7DCEC3C5-6D58-455A-B0F9-2CFE8FB06166}"/>
    <dgm:cxn modelId="{7211F6EB-3213-4A91-9EDB-641C86EBFED5}" type="presOf" srcId="{D7453D11-CEC2-4223-A0AB-A96EEF76ECB3}" destId="{477C4F26-A944-47B7-88CF-374DD4BA59DA}" srcOrd="0" destOrd="0" presId="urn:microsoft.com/office/officeart/2008/layout/HorizontalMultiLevelHierarchy#1"/>
    <dgm:cxn modelId="{58CD6AED-9029-4824-B046-9D027806362B}" type="presOf" srcId="{AF0B5051-1F6E-4AA9-9D15-86845204EE46}" destId="{1BFF8C17-0C94-4141-9470-7D27B7B70215}" srcOrd="0" destOrd="0" presId="urn:microsoft.com/office/officeart/2008/layout/HorizontalMultiLevelHierarchy#1"/>
    <dgm:cxn modelId="{BEBC93F2-50F2-4F50-9C06-73D3FB2A342F}" type="presOf" srcId="{E2A9807F-339F-440B-A526-92F9CD87FD62}" destId="{688E656B-83EC-47CA-A809-BB24F0997002}" srcOrd="0" destOrd="0" presId="urn:microsoft.com/office/officeart/2008/layout/HorizontalMultiLevelHierarchy#1"/>
    <dgm:cxn modelId="{43480DF6-71AC-40EC-862F-B880E526C64A}" type="presOf" srcId="{DEAF2691-4440-4F9F-BA6C-73126A170CFD}" destId="{1024EE0C-3190-4857-AC6A-FBB52B435744}" srcOrd="0" destOrd="0" presId="urn:microsoft.com/office/officeart/2008/layout/HorizontalMultiLevelHierarchy#1"/>
    <dgm:cxn modelId="{D27F97F7-93A2-4A31-868A-5F7BFB65B804}" type="presOf" srcId="{C1A3273F-4760-419D-928D-681754285CBE}" destId="{E842BB77-5D45-49FD-BF15-3E85DE8D25D1}" srcOrd="1" destOrd="0" presId="urn:microsoft.com/office/officeart/2008/layout/HorizontalMultiLevelHierarchy#1"/>
    <dgm:cxn modelId="{AEA437F8-82EC-4DD0-8713-47AACECB4862}" type="presOf" srcId="{E677954F-0AAD-41B5-A99A-3740BD03117A}" destId="{F1EEC83B-B967-4C39-8229-C80E0DCDDDE4}" srcOrd="0" destOrd="0" presId="urn:microsoft.com/office/officeart/2008/layout/HorizontalMultiLevelHierarchy#1"/>
    <dgm:cxn modelId="{E07016F9-0F9E-4F0A-BC9D-CB8812BC560D}" srcId="{EE915F89-43AC-49D7-8898-E26B38F378C6}" destId="{F4D3C8DA-E6B1-4D8F-AD2B-42958D8DF7C6}" srcOrd="0" destOrd="0" parTransId="{ED3272AC-9024-41E0-9563-A0FF708FB2D1}" sibTransId="{63741B92-2633-4644-8AED-69F659C5DA8D}"/>
    <dgm:cxn modelId="{6DBDF6F9-6235-4901-8083-B2FC6EDA21B6}" type="presOf" srcId="{F4D3C8DA-E6B1-4D8F-AD2B-42958D8DF7C6}" destId="{D7077CA0-5AF8-4132-B221-468B907EF9DE}" srcOrd="0" destOrd="0" presId="urn:microsoft.com/office/officeart/2008/layout/HorizontalMultiLevelHierarchy#1"/>
    <dgm:cxn modelId="{4DC92006-C565-4AC9-8935-9F9405DFCB43}" type="presParOf" srcId="{688E656B-83EC-47CA-A809-BB24F0997002}" destId="{66B0F57C-54B9-4609-A655-11122B7F90A0}" srcOrd="0" destOrd="0" presId="urn:microsoft.com/office/officeart/2008/layout/HorizontalMultiLevelHierarchy#1"/>
    <dgm:cxn modelId="{224D5CBA-64BA-4251-9646-D88237CD5CAB}" type="presParOf" srcId="{66B0F57C-54B9-4609-A655-11122B7F90A0}" destId="{F1EEC83B-B967-4C39-8229-C80E0DCDDDE4}" srcOrd="0" destOrd="0" presId="urn:microsoft.com/office/officeart/2008/layout/HorizontalMultiLevelHierarchy#1"/>
    <dgm:cxn modelId="{92AA0E52-4292-4A52-9930-06000EF13E2E}" type="presParOf" srcId="{66B0F57C-54B9-4609-A655-11122B7F90A0}" destId="{F818EB75-DAA5-4459-82FE-DD86A74E9CBF}" srcOrd="1" destOrd="0" presId="urn:microsoft.com/office/officeart/2008/layout/HorizontalMultiLevelHierarchy#1"/>
    <dgm:cxn modelId="{1FE895CE-8619-4A01-9E11-9031E528EFB0}" type="presParOf" srcId="{F818EB75-DAA5-4459-82FE-DD86A74E9CBF}" destId="{1BFF8C17-0C94-4141-9470-7D27B7B70215}" srcOrd="0" destOrd="0" presId="urn:microsoft.com/office/officeart/2008/layout/HorizontalMultiLevelHierarchy#1"/>
    <dgm:cxn modelId="{C6953E75-2FFB-4335-9D13-4617D5FE6071}" type="presParOf" srcId="{1BFF8C17-0C94-4141-9470-7D27B7B70215}" destId="{117F0768-6D8F-4180-B6FA-F9AF81FD1B84}" srcOrd="0" destOrd="0" presId="urn:microsoft.com/office/officeart/2008/layout/HorizontalMultiLevelHierarchy#1"/>
    <dgm:cxn modelId="{5ABA4D27-2872-4F82-8B73-82B7A0D074F3}" type="presParOf" srcId="{F818EB75-DAA5-4459-82FE-DD86A74E9CBF}" destId="{926BB3E0-B8D6-4F09-82EE-F72598FEE4A1}" srcOrd="1" destOrd="0" presId="urn:microsoft.com/office/officeart/2008/layout/HorizontalMultiLevelHierarchy#1"/>
    <dgm:cxn modelId="{FE3AE18D-9E72-4E98-8F4D-ACFB2166B792}" type="presParOf" srcId="{926BB3E0-B8D6-4F09-82EE-F72598FEE4A1}" destId="{83A6474C-B814-4A73-845A-D5D6319737B2}" srcOrd="0" destOrd="0" presId="urn:microsoft.com/office/officeart/2008/layout/HorizontalMultiLevelHierarchy#1"/>
    <dgm:cxn modelId="{2C7243A5-57C0-40F2-93F8-CD275B6094E5}" type="presParOf" srcId="{926BB3E0-B8D6-4F09-82EE-F72598FEE4A1}" destId="{95EF0239-A141-45EC-A2DA-D5BB7B011869}" srcOrd="1" destOrd="0" presId="urn:microsoft.com/office/officeart/2008/layout/HorizontalMultiLevelHierarchy#1"/>
    <dgm:cxn modelId="{E2A12352-D361-440E-81AC-8B5F9AC0E292}" type="presParOf" srcId="{F818EB75-DAA5-4459-82FE-DD86A74E9CBF}" destId="{04B2DAE7-5E16-49B7-85F1-B636A7390DE6}" srcOrd="2" destOrd="0" presId="urn:microsoft.com/office/officeart/2008/layout/HorizontalMultiLevelHierarchy#1"/>
    <dgm:cxn modelId="{AFE2C701-AE6C-4B5A-9226-27D3BE7EE7A4}" type="presParOf" srcId="{04B2DAE7-5E16-49B7-85F1-B636A7390DE6}" destId="{8088B451-9F82-47B3-9B07-0AD2E9CAF461}" srcOrd="0" destOrd="0" presId="urn:microsoft.com/office/officeart/2008/layout/HorizontalMultiLevelHierarchy#1"/>
    <dgm:cxn modelId="{0A5F8818-C514-4072-9759-57DCFD62E389}" type="presParOf" srcId="{F818EB75-DAA5-4459-82FE-DD86A74E9CBF}" destId="{1414E40F-728D-4CE8-88F4-DA88C435D22E}" srcOrd="3" destOrd="0" presId="urn:microsoft.com/office/officeart/2008/layout/HorizontalMultiLevelHierarchy#1"/>
    <dgm:cxn modelId="{EB81C7EC-B6B8-459F-86CF-FEBD32572AD9}" type="presParOf" srcId="{1414E40F-728D-4CE8-88F4-DA88C435D22E}" destId="{04984D08-3648-490E-88A9-96589881DB20}" srcOrd="0" destOrd="0" presId="urn:microsoft.com/office/officeart/2008/layout/HorizontalMultiLevelHierarchy#1"/>
    <dgm:cxn modelId="{2FC79208-EB81-4006-9111-5F70F962C4DF}" type="presParOf" srcId="{1414E40F-728D-4CE8-88F4-DA88C435D22E}" destId="{2CE4A70F-35D4-4B87-9716-184CCF97A574}" srcOrd="1" destOrd="0" presId="urn:microsoft.com/office/officeart/2008/layout/HorizontalMultiLevelHierarchy#1"/>
    <dgm:cxn modelId="{DF6296D1-CE0A-4DB6-BA9C-CA85F5B7999D}" type="presParOf" srcId="{F818EB75-DAA5-4459-82FE-DD86A74E9CBF}" destId="{0388023E-A597-4BD1-9393-11543799CC70}" srcOrd="4" destOrd="0" presId="urn:microsoft.com/office/officeart/2008/layout/HorizontalMultiLevelHierarchy#1"/>
    <dgm:cxn modelId="{B46F9CAA-32F4-43AF-94CA-1E2446B958FB}" type="presParOf" srcId="{0388023E-A597-4BD1-9393-11543799CC70}" destId="{1894E86E-A44B-4B3D-A982-31F2E8C99BBB}" srcOrd="0" destOrd="0" presId="urn:microsoft.com/office/officeart/2008/layout/HorizontalMultiLevelHierarchy#1"/>
    <dgm:cxn modelId="{A896B485-FD3B-48AC-B689-6C934147A45B}" type="presParOf" srcId="{F818EB75-DAA5-4459-82FE-DD86A74E9CBF}" destId="{262AC320-6097-434C-9541-C35B9300EEB7}" srcOrd="5" destOrd="0" presId="urn:microsoft.com/office/officeart/2008/layout/HorizontalMultiLevelHierarchy#1"/>
    <dgm:cxn modelId="{6F82F1EA-B595-4BDF-9FCF-8398187426C1}" type="presParOf" srcId="{262AC320-6097-434C-9541-C35B9300EEB7}" destId="{D0EFB756-A9D2-41BB-87DB-54079F55F48A}" srcOrd="0" destOrd="0" presId="urn:microsoft.com/office/officeart/2008/layout/HorizontalMultiLevelHierarchy#1"/>
    <dgm:cxn modelId="{C0B63964-F9F3-40BB-99EB-88976B5C7671}" type="presParOf" srcId="{262AC320-6097-434C-9541-C35B9300EEB7}" destId="{68D7DE9C-0809-411E-8B87-34C87B927BA5}" srcOrd="1" destOrd="0" presId="urn:microsoft.com/office/officeart/2008/layout/HorizontalMultiLevelHierarchy#1"/>
    <dgm:cxn modelId="{1E041911-6549-47AA-B35F-13A9DE1A8004}" type="presParOf" srcId="{F818EB75-DAA5-4459-82FE-DD86A74E9CBF}" destId="{D6627B59-BC83-4C00-AD1C-6D6D6B803DA2}" srcOrd="6" destOrd="0" presId="urn:microsoft.com/office/officeart/2008/layout/HorizontalMultiLevelHierarchy#1"/>
    <dgm:cxn modelId="{E219C8F3-AD62-4506-9D4F-9794B4E47C2B}" type="presParOf" srcId="{D6627B59-BC83-4C00-AD1C-6D6D6B803DA2}" destId="{FD9D1223-6751-4980-B9E1-F0E0E52E60C8}" srcOrd="0" destOrd="0" presId="urn:microsoft.com/office/officeart/2008/layout/HorizontalMultiLevelHierarchy#1"/>
    <dgm:cxn modelId="{B54C7E76-5C6B-4C3D-8F67-0A451E12F7FC}" type="presParOf" srcId="{F818EB75-DAA5-4459-82FE-DD86A74E9CBF}" destId="{D75712E0-2042-46BD-9EFE-C281EA280B39}" srcOrd="7" destOrd="0" presId="urn:microsoft.com/office/officeart/2008/layout/HorizontalMultiLevelHierarchy#1"/>
    <dgm:cxn modelId="{D4AD2F95-8E4F-4ED6-9B89-FE886498F622}" type="presParOf" srcId="{D75712E0-2042-46BD-9EFE-C281EA280B39}" destId="{478DBB66-2F8F-4B3D-8B3C-60DA78554EFE}" srcOrd="0" destOrd="0" presId="urn:microsoft.com/office/officeart/2008/layout/HorizontalMultiLevelHierarchy#1"/>
    <dgm:cxn modelId="{07F1E9F5-98F0-479D-B1FD-BB71E0A5B528}" type="presParOf" srcId="{D75712E0-2042-46BD-9EFE-C281EA280B39}" destId="{EF347431-40D4-42B5-88FC-63473D2B08D6}" srcOrd="1" destOrd="0" presId="urn:microsoft.com/office/officeart/2008/layout/HorizontalMultiLevelHierarchy#1"/>
    <dgm:cxn modelId="{7D6E2BBB-C5F3-46C9-B643-D827E2E8CF08}" type="presParOf" srcId="{F818EB75-DAA5-4459-82FE-DD86A74E9CBF}" destId="{2236B708-5ECB-424E-8994-74C7AEEE0E9D}" srcOrd="8" destOrd="0" presId="urn:microsoft.com/office/officeart/2008/layout/HorizontalMultiLevelHierarchy#1"/>
    <dgm:cxn modelId="{C8F73CB9-9835-41EF-B04E-FC30F3A3635B}" type="presParOf" srcId="{2236B708-5ECB-424E-8994-74C7AEEE0E9D}" destId="{5376D9CD-DFDF-4A48-B58D-D7D9012504CB}" srcOrd="0" destOrd="0" presId="urn:microsoft.com/office/officeart/2008/layout/HorizontalMultiLevelHierarchy#1"/>
    <dgm:cxn modelId="{89E622C4-26D8-4F95-8562-A4B5D6EADFA2}" type="presParOf" srcId="{F818EB75-DAA5-4459-82FE-DD86A74E9CBF}" destId="{29691217-971F-4F1D-9B79-E6486D2F9424}" srcOrd="9" destOrd="0" presId="urn:microsoft.com/office/officeart/2008/layout/HorizontalMultiLevelHierarchy#1"/>
    <dgm:cxn modelId="{46E7E855-2A13-4821-90F8-D8AADF34DE1B}" type="presParOf" srcId="{29691217-971F-4F1D-9B79-E6486D2F9424}" destId="{1024EE0C-3190-4857-AC6A-FBB52B435744}" srcOrd="0" destOrd="0" presId="urn:microsoft.com/office/officeart/2008/layout/HorizontalMultiLevelHierarchy#1"/>
    <dgm:cxn modelId="{41BB8BAF-E880-4B19-8830-2D522774FDF3}" type="presParOf" srcId="{29691217-971F-4F1D-9B79-E6486D2F9424}" destId="{E6116A7C-B9DE-4916-9A0A-D30AA861D451}" srcOrd="1" destOrd="0" presId="urn:microsoft.com/office/officeart/2008/layout/HorizontalMultiLevelHierarchy#1"/>
    <dgm:cxn modelId="{D97FCC6F-A004-4882-9EFC-8422D712D003}" type="presParOf" srcId="{F818EB75-DAA5-4459-82FE-DD86A74E9CBF}" destId="{D7082928-B629-4C2B-8DEE-9C89A32EB1C0}" srcOrd="10" destOrd="0" presId="urn:microsoft.com/office/officeart/2008/layout/HorizontalMultiLevelHierarchy#1"/>
    <dgm:cxn modelId="{883166BD-5ACB-4184-89ED-259CB8F37C81}" type="presParOf" srcId="{D7082928-B629-4C2B-8DEE-9C89A32EB1C0}" destId="{FDE60B44-5E7E-4B14-9B53-E61D6114DDC6}" srcOrd="0" destOrd="0" presId="urn:microsoft.com/office/officeart/2008/layout/HorizontalMultiLevelHierarchy#1"/>
    <dgm:cxn modelId="{EEB354B4-021A-4BED-B64B-23F89B902FDD}" type="presParOf" srcId="{F818EB75-DAA5-4459-82FE-DD86A74E9CBF}" destId="{BFCDA496-9110-47E6-88D4-ABAFDA9B69EF}" srcOrd="11" destOrd="0" presId="urn:microsoft.com/office/officeart/2008/layout/HorizontalMultiLevelHierarchy#1"/>
    <dgm:cxn modelId="{5F4E54B7-9392-4333-A55D-4DE348DED202}" type="presParOf" srcId="{BFCDA496-9110-47E6-88D4-ABAFDA9B69EF}" destId="{F2A17F81-1457-4AA3-A39B-CDFB69B30589}" srcOrd="0" destOrd="0" presId="urn:microsoft.com/office/officeart/2008/layout/HorizontalMultiLevelHierarchy#1"/>
    <dgm:cxn modelId="{DFDF31FB-874A-46F4-8AD7-A6F1FD7FDE4C}" type="presParOf" srcId="{BFCDA496-9110-47E6-88D4-ABAFDA9B69EF}" destId="{01016970-70FE-43C2-BC6C-A1456F56AC98}" srcOrd="1" destOrd="0" presId="urn:microsoft.com/office/officeart/2008/layout/HorizontalMultiLevelHierarchy#1"/>
    <dgm:cxn modelId="{A090BAF3-9876-4110-B07F-D1CDD39FAD43}" type="presParOf" srcId="{01016970-70FE-43C2-BC6C-A1456F56AC98}" destId="{5E6FB84E-F204-490A-AF88-45F2CE87D843}" srcOrd="0" destOrd="0" presId="urn:microsoft.com/office/officeart/2008/layout/HorizontalMultiLevelHierarchy#1"/>
    <dgm:cxn modelId="{41E41818-8AE2-4548-A730-AEA3B9947EBB}" type="presParOf" srcId="{5E6FB84E-F204-490A-AF88-45F2CE87D843}" destId="{88E326EF-5096-4CC2-A611-D87E2201EC73}" srcOrd="0" destOrd="0" presId="urn:microsoft.com/office/officeart/2008/layout/HorizontalMultiLevelHierarchy#1"/>
    <dgm:cxn modelId="{FA8B89D5-88D6-4711-BF23-914BCD047DC7}" type="presParOf" srcId="{01016970-70FE-43C2-BC6C-A1456F56AC98}" destId="{B6D118A4-082C-497D-9434-AA92B8F0D4C7}" srcOrd="1" destOrd="0" presId="urn:microsoft.com/office/officeart/2008/layout/HorizontalMultiLevelHierarchy#1"/>
    <dgm:cxn modelId="{C4FF1F05-74ED-4564-9097-15A2B3A20D19}" type="presParOf" srcId="{B6D118A4-082C-497D-9434-AA92B8F0D4C7}" destId="{26A717A7-AECE-4F38-BDD0-C81B0A7A8736}" srcOrd="0" destOrd="0" presId="urn:microsoft.com/office/officeart/2008/layout/HorizontalMultiLevelHierarchy#1"/>
    <dgm:cxn modelId="{FEB72BA9-6AB2-4610-BCD5-D769CE2A72F4}" type="presParOf" srcId="{B6D118A4-082C-497D-9434-AA92B8F0D4C7}" destId="{74FED57D-647E-49EC-9954-24135BAD0A80}" srcOrd="1" destOrd="0" presId="urn:microsoft.com/office/officeart/2008/layout/HorizontalMultiLevelHierarchy#1"/>
    <dgm:cxn modelId="{3B4A49C0-8BAC-46C2-B679-547278E0C684}" type="presParOf" srcId="{F818EB75-DAA5-4459-82FE-DD86A74E9CBF}" destId="{E77ABA7F-AD63-418D-B3EC-94060B2741CB}" srcOrd="12" destOrd="0" presId="urn:microsoft.com/office/officeart/2008/layout/HorizontalMultiLevelHierarchy#1"/>
    <dgm:cxn modelId="{9ECC9E8A-895C-4C55-A6A7-73558BDEE6B0}" type="presParOf" srcId="{E77ABA7F-AD63-418D-B3EC-94060B2741CB}" destId="{3175843B-353F-4826-9E29-84D56935E227}" srcOrd="0" destOrd="0" presId="urn:microsoft.com/office/officeart/2008/layout/HorizontalMultiLevelHierarchy#1"/>
    <dgm:cxn modelId="{BFB935BC-4BB6-4279-BD48-BFC3075B1103}" type="presParOf" srcId="{F818EB75-DAA5-4459-82FE-DD86A74E9CBF}" destId="{3489D5FB-9170-46AB-B3EC-1A54B59BD640}" srcOrd="13" destOrd="0" presId="urn:microsoft.com/office/officeart/2008/layout/HorizontalMultiLevelHierarchy#1"/>
    <dgm:cxn modelId="{A20CDB34-EC93-48B2-9F42-34CC92D1FAE5}" type="presParOf" srcId="{3489D5FB-9170-46AB-B3EC-1A54B59BD640}" destId="{6C1D4580-9BBA-470F-8E33-844B5F278BA3}" srcOrd="0" destOrd="0" presId="urn:microsoft.com/office/officeart/2008/layout/HorizontalMultiLevelHierarchy#1"/>
    <dgm:cxn modelId="{04B19D3B-8DE6-4828-8BD5-9188DED3B769}" type="presParOf" srcId="{3489D5FB-9170-46AB-B3EC-1A54B59BD640}" destId="{8DF4ABE2-DC85-4F9D-9EA0-F1C8ACE76D8A}" srcOrd="1" destOrd="0" presId="urn:microsoft.com/office/officeart/2008/layout/HorizontalMultiLevelHierarchy#1"/>
    <dgm:cxn modelId="{EDDAD8D7-FBBE-4AD9-BDAD-9E3B72734632}" type="presParOf" srcId="{8DF4ABE2-DC85-4F9D-9EA0-F1C8ACE76D8A}" destId="{F151B04E-5BF1-4565-8EC7-AC952B83E2EA}" srcOrd="0" destOrd="0" presId="urn:microsoft.com/office/officeart/2008/layout/HorizontalMultiLevelHierarchy#1"/>
    <dgm:cxn modelId="{412BDB23-CF5C-452C-9129-B3F832B40120}" type="presParOf" srcId="{F151B04E-5BF1-4565-8EC7-AC952B83E2EA}" destId="{802DEEC1-0ED2-4418-A965-C787938D1F24}" srcOrd="0" destOrd="0" presId="urn:microsoft.com/office/officeart/2008/layout/HorizontalMultiLevelHierarchy#1"/>
    <dgm:cxn modelId="{E108EC9F-9DD8-48E9-B31F-9AA233F7D2E9}" type="presParOf" srcId="{8DF4ABE2-DC85-4F9D-9EA0-F1C8ACE76D8A}" destId="{8C491A77-31A8-4621-89AA-B77909E67859}" srcOrd="1" destOrd="0" presId="urn:microsoft.com/office/officeart/2008/layout/HorizontalMultiLevelHierarchy#1"/>
    <dgm:cxn modelId="{46F6D389-C15B-4F32-A8A3-82862504EEB9}" type="presParOf" srcId="{8C491A77-31A8-4621-89AA-B77909E67859}" destId="{D7077CA0-5AF8-4132-B221-468B907EF9DE}" srcOrd="0" destOrd="0" presId="urn:microsoft.com/office/officeart/2008/layout/HorizontalMultiLevelHierarchy#1"/>
    <dgm:cxn modelId="{B63EA5C1-3D33-4682-BE5D-E6CDBA08BE3C}" type="presParOf" srcId="{8C491A77-31A8-4621-89AA-B77909E67859}" destId="{8FBCC3A4-913C-4007-BC69-BD34E377FDC1}" srcOrd="1" destOrd="0" presId="urn:microsoft.com/office/officeart/2008/layout/HorizontalMultiLevelHierarchy#1"/>
    <dgm:cxn modelId="{97F25BEC-A6AF-43BF-9619-0241BB18BCD2}" type="presParOf" srcId="{F818EB75-DAA5-4459-82FE-DD86A74E9CBF}" destId="{C3E8C0D3-39EB-43BD-909C-AA891A0FB01A}" srcOrd="14" destOrd="0" presId="urn:microsoft.com/office/officeart/2008/layout/HorizontalMultiLevelHierarchy#1"/>
    <dgm:cxn modelId="{59B8A096-E5ED-4CED-B19F-2D64FB8A21B5}" type="presParOf" srcId="{C3E8C0D3-39EB-43BD-909C-AA891A0FB01A}" destId="{E842BB77-5D45-49FD-BF15-3E85DE8D25D1}" srcOrd="0" destOrd="0" presId="urn:microsoft.com/office/officeart/2008/layout/HorizontalMultiLevelHierarchy#1"/>
    <dgm:cxn modelId="{0D95C0EB-5972-4CFB-ACAF-86A86AB68CB9}" type="presParOf" srcId="{F818EB75-DAA5-4459-82FE-DD86A74E9CBF}" destId="{2A1C90D4-830D-4835-A03C-7C19E560CAEB}" srcOrd="15" destOrd="0" presId="urn:microsoft.com/office/officeart/2008/layout/HorizontalMultiLevelHierarchy#1"/>
    <dgm:cxn modelId="{72CAD1BC-C31D-437D-B203-A649B8546A4F}" type="presParOf" srcId="{2A1C90D4-830D-4835-A03C-7C19E560CAEB}" destId="{A2FDA517-71E7-4A3B-AD61-7E0CBF445643}" srcOrd="0" destOrd="0" presId="urn:microsoft.com/office/officeart/2008/layout/HorizontalMultiLevelHierarchy#1"/>
    <dgm:cxn modelId="{53296525-6279-4B42-BC57-B6AD27268931}" type="presParOf" srcId="{2A1C90D4-830D-4835-A03C-7C19E560CAEB}" destId="{DD9978E3-457B-4617-8C78-A5280E1F5996}" srcOrd="1" destOrd="0" presId="urn:microsoft.com/office/officeart/2008/layout/HorizontalMultiLevelHierarchy#1"/>
    <dgm:cxn modelId="{77F41076-91D6-4DA3-8CB8-E3FCD5A39786}" type="presParOf" srcId="{DD9978E3-457B-4617-8C78-A5280E1F5996}" destId="{D382D4EF-ECBF-4418-9C94-1D8E08D50A48}" srcOrd="0" destOrd="0" presId="urn:microsoft.com/office/officeart/2008/layout/HorizontalMultiLevelHierarchy#1"/>
    <dgm:cxn modelId="{A76ABA25-7CF0-4986-9164-E253A467DC53}" type="presParOf" srcId="{D382D4EF-ECBF-4418-9C94-1D8E08D50A48}" destId="{F3198915-A89D-419D-A18B-72216B26223A}" srcOrd="0" destOrd="0" presId="urn:microsoft.com/office/officeart/2008/layout/HorizontalMultiLevelHierarchy#1"/>
    <dgm:cxn modelId="{A13C3602-3556-48EF-9241-9B95054AB087}" type="presParOf" srcId="{DD9978E3-457B-4617-8C78-A5280E1F5996}" destId="{70E90EF0-902C-41F7-925A-7B6545BFB6EA}" srcOrd="1" destOrd="0" presId="urn:microsoft.com/office/officeart/2008/layout/HorizontalMultiLevelHierarchy#1"/>
    <dgm:cxn modelId="{B9EA904D-B16A-4724-9A9C-D18E778F9C4A}" type="presParOf" srcId="{70E90EF0-902C-41F7-925A-7B6545BFB6EA}" destId="{0C9F3096-3A12-4928-9177-E1FECC10FF6D}" srcOrd="0" destOrd="0" presId="urn:microsoft.com/office/officeart/2008/layout/HorizontalMultiLevelHierarchy#1"/>
    <dgm:cxn modelId="{7E925AE2-29A1-4B1D-906F-9AE2A289D066}" type="presParOf" srcId="{70E90EF0-902C-41F7-925A-7B6545BFB6EA}" destId="{82D3949D-42C5-434A-ADC9-B1EA68B41C56}" srcOrd="1" destOrd="0" presId="urn:microsoft.com/office/officeart/2008/layout/HorizontalMultiLevelHierarchy#1"/>
    <dgm:cxn modelId="{C91A61C9-5546-442E-82BA-660E0E0E389E}" type="presParOf" srcId="{F818EB75-DAA5-4459-82FE-DD86A74E9CBF}" destId="{3FFE2ACC-A8CC-4A5C-BDF9-E7127BCD7774}" srcOrd="16" destOrd="0" presId="urn:microsoft.com/office/officeart/2008/layout/HorizontalMultiLevelHierarchy#1"/>
    <dgm:cxn modelId="{7FF9FF4C-94CC-4FBF-90DD-F2C602363E59}" type="presParOf" srcId="{3FFE2ACC-A8CC-4A5C-BDF9-E7127BCD7774}" destId="{939C9DD3-8368-4E3E-8115-84AE8F290330}" srcOrd="0" destOrd="0" presId="urn:microsoft.com/office/officeart/2008/layout/HorizontalMultiLevelHierarchy#1"/>
    <dgm:cxn modelId="{778079A0-942F-4ACE-B99D-184C148E24D4}" type="presParOf" srcId="{F818EB75-DAA5-4459-82FE-DD86A74E9CBF}" destId="{B853724B-15E0-475F-B4FD-71090917BEE7}" srcOrd="17" destOrd="0" presId="urn:microsoft.com/office/officeart/2008/layout/HorizontalMultiLevelHierarchy#1"/>
    <dgm:cxn modelId="{4B8D0F87-886B-494A-BF69-10386119B09B}" type="presParOf" srcId="{B853724B-15E0-475F-B4FD-71090917BEE7}" destId="{477C4F26-A944-47B7-88CF-374DD4BA59DA}" srcOrd="0" destOrd="0" presId="urn:microsoft.com/office/officeart/2008/layout/HorizontalMultiLevelHierarchy#1"/>
    <dgm:cxn modelId="{13E58781-D627-489A-89BF-F0E8335CF735}" type="presParOf" srcId="{B853724B-15E0-475F-B4FD-71090917BEE7}" destId="{52452FE1-8830-4748-905F-CFE9B99CF421}" srcOrd="1" destOrd="0" presId="urn:microsoft.com/office/officeart/2008/layout/HorizontalMultiLevelHierarchy#1"/>
    <dgm:cxn modelId="{7E7F83B4-8EB8-4FA9-AEEB-1F391989209A}" type="presParOf" srcId="{52452FE1-8830-4748-905F-CFE9B99CF421}" destId="{19650FC1-D4D4-4975-87EF-B013F47FACD1}" srcOrd="0" destOrd="0" presId="urn:microsoft.com/office/officeart/2008/layout/HorizontalMultiLevelHierarchy#1"/>
    <dgm:cxn modelId="{4A55C187-6A07-43DA-82A5-B634AC11343A}" type="presParOf" srcId="{19650FC1-D4D4-4975-87EF-B013F47FACD1}" destId="{389239FD-72FC-40F2-B044-023807A88EF3}" srcOrd="0" destOrd="0" presId="urn:microsoft.com/office/officeart/2008/layout/HorizontalMultiLevelHierarchy#1"/>
    <dgm:cxn modelId="{6AD8D8D3-73D6-4569-BF8E-A10C7674B17D}" type="presParOf" srcId="{52452FE1-8830-4748-905F-CFE9B99CF421}" destId="{B04529AF-012E-4BC6-842B-5B8E9F220A63}" srcOrd="1" destOrd="0" presId="urn:microsoft.com/office/officeart/2008/layout/HorizontalMultiLevelHierarchy#1"/>
    <dgm:cxn modelId="{901A6B98-157A-44D8-8210-909FE1BD62FE}" type="presParOf" srcId="{B04529AF-012E-4BC6-842B-5B8E9F220A63}" destId="{6289810B-8E40-4895-9F61-CCF1B0B3AA36}" srcOrd="0" destOrd="0" presId="urn:microsoft.com/office/officeart/2008/layout/HorizontalMultiLevelHierarchy#1"/>
    <dgm:cxn modelId="{1DA35C1D-BACA-4EAF-B65C-EADA597A639F}" type="presParOf" srcId="{B04529AF-012E-4BC6-842B-5B8E9F220A63}" destId="{B98A3F16-489A-4C44-B445-EB3BA5E5E032}" srcOrd="1" destOrd="0" presId="urn:microsoft.com/office/officeart/2008/layout/HorizontalMultiLevelHierarchy#1"/>
    <dgm:cxn modelId="{9095B0A3-ECA7-4978-B7FF-1FA3733DE2C1}" type="presParOf" srcId="{F818EB75-DAA5-4459-82FE-DD86A74E9CBF}" destId="{E7A077F7-54CD-4688-BA7B-10D380457D63}" srcOrd="18" destOrd="0" presId="urn:microsoft.com/office/officeart/2008/layout/HorizontalMultiLevelHierarchy#1"/>
    <dgm:cxn modelId="{7D911A70-5234-450D-A25D-FDED44AEF8F1}" type="presParOf" srcId="{E7A077F7-54CD-4688-BA7B-10D380457D63}" destId="{C60408A0-4D3A-4144-AA9B-32BCC33B8F23}" srcOrd="0" destOrd="0" presId="urn:microsoft.com/office/officeart/2008/layout/HorizontalMultiLevelHierarchy#1"/>
    <dgm:cxn modelId="{AAEA9DBC-774A-4BC7-95E2-A7D3C9AD515A}" type="presParOf" srcId="{F818EB75-DAA5-4459-82FE-DD86A74E9CBF}" destId="{0283B471-905B-4F6D-8D64-F533814E2F63}" srcOrd="19" destOrd="0" presId="urn:microsoft.com/office/officeart/2008/layout/HorizontalMultiLevelHierarchy#1"/>
    <dgm:cxn modelId="{9ACE1F37-7B5D-4311-A5B1-5A24DD80E3F1}" type="presParOf" srcId="{0283B471-905B-4F6D-8D64-F533814E2F63}" destId="{9E024949-C5B8-46FE-A33D-B653017F2D6A}" srcOrd="0" destOrd="0" presId="urn:microsoft.com/office/officeart/2008/layout/HorizontalMultiLevelHierarchy#1"/>
    <dgm:cxn modelId="{0E4B9240-13EF-4352-AE58-F614D11077AE}" type="presParOf" srcId="{0283B471-905B-4F6D-8D64-F533814E2F63}" destId="{CFAEBCDB-5F3A-4A6F-98D5-5559D45FBC66}" srcOrd="1" destOrd="0" presId="urn:microsoft.com/office/officeart/2008/layout/HorizontalMultiLevelHierarchy#1"/>
    <dgm:cxn modelId="{7A8269C1-D389-4851-A23B-5658F019DC06}" type="presParOf" srcId="{F818EB75-DAA5-4459-82FE-DD86A74E9CBF}" destId="{7530324B-3C0E-4FB3-8A10-784C9194CF09}" srcOrd="20" destOrd="0" presId="urn:microsoft.com/office/officeart/2008/layout/HorizontalMultiLevelHierarchy#1"/>
    <dgm:cxn modelId="{1C731190-87E6-4471-A299-133F74187C89}" type="presParOf" srcId="{7530324B-3C0E-4FB3-8A10-784C9194CF09}" destId="{313C4CBD-8E3B-499B-A3DD-EBCED69FBB26}" srcOrd="0" destOrd="0" presId="urn:microsoft.com/office/officeart/2008/layout/HorizontalMultiLevelHierarchy#1"/>
    <dgm:cxn modelId="{E718E775-8172-4DF0-9D94-C28E20D28468}" type="presParOf" srcId="{F818EB75-DAA5-4459-82FE-DD86A74E9CBF}" destId="{A71FF564-C23A-4166-9B35-179BE55D90C4}" srcOrd="21" destOrd="0" presId="urn:microsoft.com/office/officeart/2008/layout/HorizontalMultiLevelHierarchy#1"/>
    <dgm:cxn modelId="{ECCA0829-7693-4B67-BB57-4247F8295A53}" type="presParOf" srcId="{A71FF564-C23A-4166-9B35-179BE55D90C4}" destId="{BFD3DB89-2373-4F3D-8758-EFC31A1726C7}" srcOrd="0" destOrd="0" presId="urn:microsoft.com/office/officeart/2008/layout/HorizontalMultiLevelHierarchy#1"/>
    <dgm:cxn modelId="{29AA7678-3B8F-44F2-B20A-E480B92024F1}" type="presParOf" srcId="{A71FF564-C23A-4166-9B35-179BE55D90C4}" destId="{4064F75E-8E5A-40D2-A03F-46D97874B766}" srcOrd="1" destOrd="0" presId="urn:microsoft.com/office/officeart/2008/layout/HorizontalMultiLevelHierarchy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1EC71-560F-47D2-93E9-58B0231A79CA}">
      <dsp:nvSpPr>
        <dsp:cNvPr id="0" name=""/>
        <dsp:cNvSpPr/>
      </dsp:nvSpPr>
      <dsp:spPr>
        <a:xfrm>
          <a:off x="0" y="0"/>
          <a:ext cx="5533534" cy="5533534"/>
        </a:xfrm>
        <a:prstGeom prst="triangle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7F06AD-D5D6-4600-B846-DCF79D51B4F7}">
      <dsp:nvSpPr>
        <dsp:cNvPr id="0" name=""/>
        <dsp:cNvSpPr/>
      </dsp:nvSpPr>
      <dsp:spPr>
        <a:xfrm>
          <a:off x="2969161" y="553589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1 - Présentation du projet</a:t>
          </a:r>
          <a:endParaRPr lang="en-US" sz="1500" kern="1200" dirty="0"/>
        </a:p>
      </dsp:txBody>
      <dsp:txXfrm>
        <a:off x="2990502" y="574930"/>
        <a:ext cx="3554115" cy="394488"/>
      </dsp:txXfrm>
    </dsp:sp>
    <dsp:sp modelId="{D1EC6122-3632-4974-BCC8-261E5431B73F}">
      <dsp:nvSpPr>
        <dsp:cNvPr id="0" name=""/>
        <dsp:cNvSpPr/>
      </dsp:nvSpPr>
      <dsp:spPr>
        <a:xfrm>
          <a:off x="2969161" y="1045407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26799"/>
              <a:satOff val="946"/>
              <a:lumOff val="2895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2 - Choix de design </a:t>
          </a:r>
          <a:endParaRPr lang="en-US" sz="1500" kern="1200" dirty="0"/>
        </a:p>
      </dsp:txBody>
      <dsp:txXfrm>
        <a:off x="2990502" y="1066748"/>
        <a:ext cx="3554115" cy="394488"/>
      </dsp:txXfrm>
    </dsp:sp>
    <dsp:sp modelId="{96629693-61E7-4154-AA16-B4E1AC1801E2}">
      <dsp:nvSpPr>
        <dsp:cNvPr id="0" name=""/>
        <dsp:cNvSpPr/>
      </dsp:nvSpPr>
      <dsp:spPr>
        <a:xfrm>
          <a:off x="2969161" y="1537224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53598"/>
              <a:satOff val="1893"/>
              <a:lumOff val="579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3 - Architecture du site</a:t>
          </a:r>
          <a:endParaRPr lang="en-US" sz="1500" kern="1200" dirty="0"/>
        </a:p>
      </dsp:txBody>
      <dsp:txXfrm>
        <a:off x="2990502" y="1558565"/>
        <a:ext cx="3554115" cy="394488"/>
      </dsp:txXfrm>
    </dsp:sp>
    <dsp:sp modelId="{02381430-D615-4C6D-A4D9-64EFC680F16C}">
      <dsp:nvSpPr>
        <dsp:cNvPr id="0" name=""/>
        <dsp:cNvSpPr/>
      </dsp:nvSpPr>
      <dsp:spPr>
        <a:xfrm>
          <a:off x="2969161" y="2029041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80397"/>
              <a:satOff val="2839"/>
              <a:lumOff val="8685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4 - Points techniques</a:t>
          </a:r>
          <a:endParaRPr lang="en-US" sz="1500" kern="1200" dirty="0"/>
        </a:p>
      </dsp:txBody>
      <dsp:txXfrm>
        <a:off x="2990502" y="2050382"/>
        <a:ext cx="3554115" cy="394488"/>
      </dsp:txXfrm>
    </dsp:sp>
    <dsp:sp modelId="{E2F230E8-BF4C-4087-9D5A-15A343B10E25}">
      <dsp:nvSpPr>
        <dsp:cNvPr id="0" name=""/>
        <dsp:cNvSpPr/>
      </dsp:nvSpPr>
      <dsp:spPr>
        <a:xfrm>
          <a:off x="2969161" y="2520858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107195"/>
              <a:satOff val="3785"/>
              <a:lumOff val="11579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5 - GitHub</a:t>
          </a:r>
          <a:endParaRPr lang="en-US" sz="1500" kern="1200" dirty="0"/>
        </a:p>
      </dsp:txBody>
      <dsp:txXfrm>
        <a:off x="2990502" y="2542199"/>
        <a:ext cx="3554115" cy="394488"/>
      </dsp:txXfrm>
    </dsp:sp>
    <dsp:sp modelId="{2DCCC8B5-A484-4630-8CEF-2F979EEC685F}">
      <dsp:nvSpPr>
        <dsp:cNvPr id="0" name=""/>
        <dsp:cNvSpPr/>
      </dsp:nvSpPr>
      <dsp:spPr>
        <a:xfrm>
          <a:off x="2969161" y="3012676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133994"/>
              <a:satOff val="4732"/>
              <a:lumOff val="14474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6- Difficultés rencontrées et solutions</a:t>
          </a:r>
          <a:endParaRPr lang="en-US" sz="1500" kern="1200" dirty="0"/>
        </a:p>
      </dsp:txBody>
      <dsp:txXfrm>
        <a:off x="2990502" y="3034017"/>
        <a:ext cx="3554115" cy="394488"/>
      </dsp:txXfrm>
    </dsp:sp>
    <dsp:sp modelId="{9EF167AA-0102-42D0-908B-2AD66BA43738}">
      <dsp:nvSpPr>
        <dsp:cNvPr id="0" name=""/>
        <dsp:cNvSpPr/>
      </dsp:nvSpPr>
      <dsp:spPr>
        <a:xfrm>
          <a:off x="2969161" y="3504493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160793"/>
              <a:satOff val="5678"/>
              <a:lumOff val="17369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7 - Ressources et documentation utilisées</a:t>
          </a:r>
          <a:endParaRPr lang="en-US" sz="1500" kern="1200" dirty="0"/>
        </a:p>
      </dsp:txBody>
      <dsp:txXfrm>
        <a:off x="2990502" y="3525834"/>
        <a:ext cx="3554115" cy="394488"/>
      </dsp:txXfrm>
    </dsp:sp>
    <dsp:sp modelId="{4473CE75-2129-45AF-A6F4-15E65EE4A647}">
      <dsp:nvSpPr>
        <dsp:cNvPr id="0" name=""/>
        <dsp:cNvSpPr/>
      </dsp:nvSpPr>
      <dsp:spPr>
        <a:xfrm>
          <a:off x="2969161" y="3996310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187592"/>
              <a:satOff val="6625"/>
              <a:lumOff val="20264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8 - Démonstration live du site</a:t>
          </a:r>
          <a:endParaRPr lang="en-US" sz="1500" kern="1200" dirty="0"/>
        </a:p>
      </dsp:txBody>
      <dsp:txXfrm>
        <a:off x="2990502" y="4017651"/>
        <a:ext cx="3554115" cy="394488"/>
      </dsp:txXfrm>
    </dsp:sp>
    <dsp:sp modelId="{B05F394B-424A-4A59-82AF-1D407DC5D1E7}">
      <dsp:nvSpPr>
        <dsp:cNvPr id="0" name=""/>
        <dsp:cNvSpPr/>
      </dsp:nvSpPr>
      <dsp:spPr>
        <a:xfrm>
          <a:off x="2969161" y="4488127"/>
          <a:ext cx="3596797" cy="43717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shade val="80000"/>
              <a:hueOff val="214391"/>
              <a:satOff val="7571"/>
              <a:lumOff val="23159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9 - Conclusion et perspectives d'amélioration</a:t>
          </a:r>
          <a:endParaRPr lang="en-US" sz="1500" kern="1200" dirty="0"/>
        </a:p>
      </dsp:txBody>
      <dsp:txXfrm>
        <a:off x="2990502" y="4509468"/>
        <a:ext cx="3554115" cy="3944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0324B-3C0E-4FB3-8A10-784C9194CF09}">
      <dsp:nvSpPr>
        <dsp:cNvPr id="0" name=""/>
        <dsp:cNvSpPr/>
      </dsp:nvSpPr>
      <dsp:spPr>
        <a:xfrm>
          <a:off x="1083312" y="2756647"/>
          <a:ext cx="259786" cy="2554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9893" y="0"/>
              </a:lnTo>
              <a:lnTo>
                <a:pt x="129893" y="2554155"/>
              </a:lnTo>
              <a:lnTo>
                <a:pt x="259786" y="2554155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49022" y="3969542"/>
        <a:ext cx="128366" cy="128366"/>
      </dsp:txXfrm>
    </dsp:sp>
    <dsp:sp modelId="{E7A077F7-54CD-4688-BA7B-10D380457D63}">
      <dsp:nvSpPr>
        <dsp:cNvPr id="0" name=""/>
        <dsp:cNvSpPr/>
      </dsp:nvSpPr>
      <dsp:spPr>
        <a:xfrm>
          <a:off x="1083312" y="2756647"/>
          <a:ext cx="259786" cy="20591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9893" y="0"/>
              </a:lnTo>
              <a:lnTo>
                <a:pt x="129893" y="2059136"/>
              </a:lnTo>
              <a:lnTo>
                <a:pt x="259786" y="2059136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161319" y="3734329"/>
        <a:ext cx="103772" cy="103772"/>
      </dsp:txXfrm>
    </dsp:sp>
    <dsp:sp modelId="{19650FC1-D4D4-4975-87EF-B013F47FACD1}">
      <dsp:nvSpPr>
        <dsp:cNvPr id="0" name=""/>
        <dsp:cNvSpPr/>
      </dsp:nvSpPr>
      <dsp:spPr>
        <a:xfrm>
          <a:off x="2642030" y="4275044"/>
          <a:ext cx="2597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786" y="45720"/>
              </a:lnTo>
            </a:path>
          </a:pathLst>
        </a:custGeom>
        <a:noFill/>
        <a:ln w="15875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5428" y="4314269"/>
        <a:ext cx="12989" cy="12989"/>
      </dsp:txXfrm>
    </dsp:sp>
    <dsp:sp modelId="{3FFE2ACC-A8CC-4A5C-BDF9-E7127BCD7774}">
      <dsp:nvSpPr>
        <dsp:cNvPr id="0" name=""/>
        <dsp:cNvSpPr/>
      </dsp:nvSpPr>
      <dsp:spPr>
        <a:xfrm>
          <a:off x="1083312" y="2756647"/>
          <a:ext cx="259786" cy="1564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9893" y="0"/>
              </a:lnTo>
              <a:lnTo>
                <a:pt x="129893" y="1564116"/>
              </a:lnTo>
              <a:lnTo>
                <a:pt x="259786" y="1564116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173567" y="3499067"/>
        <a:ext cx="79277" cy="79277"/>
      </dsp:txXfrm>
    </dsp:sp>
    <dsp:sp modelId="{D382D4EF-ECBF-4418-9C94-1D8E08D50A48}">
      <dsp:nvSpPr>
        <dsp:cNvPr id="0" name=""/>
        <dsp:cNvSpPr/>
      </dsp:nvSpPr>
      <dsp:spPr>
        <a:xfrm>
          <a:off x="2642030" y="3662396"/>
          <a:ext cx="2597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786" y="45720"/>
              </a:lnTo>
            </a:path>
          </a:pathLst>
        </a:custGeom>
        <a:noFill/>
        <a:ln w="15875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5428" y="3701621"/>
        <a:ext cx="12989" cy="12989"/>
      </dsp:txXfrm>
    </dsp:sp>
    <dsp:sp modelId="{C3E8C0D3-39EB-43BD-909C-AA891A0FB01A}">
      <dsp:nvSpPr>
        <dsp:cNvPr id="0" name=""/>
        <dsp:cNvSpPr/>
      </dsp:nvSpPr>
      <dsp:spPr>
        <a:xfrm>
          <a:off x="1083312" y="2756647"/>
          <a:ext cx="259786" cy="951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9893" y="0"/>
              </a:lnTo>
              <a:lnTo>
                <a:pt x="129893" y="951468"/>
              </a:lnTo>
              <a:lnTo>
                <a:pt x="259786" y="951468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88548" y="3207724"/>
        <a:ext cx="49314" cy="49314"/>
      </dsp:txXfrm>
    </dsp:sp>
    <dsp:sp modelId="{F151B04E-5BF1-4565-8EC7-AC952B83E2EA}">
      <dsp:nvSpPr>
        <dsp:cNvPr id="0" name=""/>
        <dsp:cNvSpPr/>
      </dsp:nvSpPr>
      <dsp:spPr>
        <a:xfrm>
          <a:off x="2642030" y="3126888"/>
          <a:ext cx="2597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786" y="45720"/>
              </a:lnTo>
            </a:path>
          </a:pathLst>
        </a:custGeom>
        <a:noFill/>
        <a:ln w="15875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5428" y="3166113"/>
        <a:ext cx="12989" cy="12989"/>
      </dsp:txXfrm>
    </dsp:sp>
    <dsp:sp modelId="{E77ABA7F-AD63-418D-B3EC-94060B2741CB}">
      <dsp:nvSpPr>
        <dsp:cNvPr id="0" name=""/>
        <dsp:cNvSpPr/>
      </dsp:nvSpPr>
      <dsp:spPr>
        <a:xfrm>
          <a:off x="1083312" y="2756647"/>
          <a:ext cx="259786" cy="4159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9893" y="0"/>
              </a:lnTo>
              <a:lnTo>
                <a:pt x="129893" y="415960"/>
              </a:lnTo>
              <a:lnTo>
                <a:pt x="259786" y="415960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00945" y="2952367"/>
        <a:ext cx="24521" cy="24521"/>
      </dsp:txXfrm>
    </dsp:sp>
    <dsp:sp modelId="{5E6FB84E-F204-490A-AF88-45F2CE87D843}">
      <dsp:nvSpPr>
        <dsp:cNvPr id="0" name=""/>
        <dsp:cNvSpPr/>
      </dsp:nvSpPr>
      <dsp:spPr>
        <a:xfrm>
          <a:off x="2642030" y="2631868"/>
          <a:ext cx="2597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786" y="45720"/>
              </a:lnTo>
            </a:path>
          </a:pathLst>
        </a:custGeom>
        <a:noFill/>
        <a:ln w="15875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65428" y="2671094"/>
        <a:ext cx="12989" cy="12989"/>
      </dsp:txXfrm>
    </dsp:sp>
    <dsp:sp modelId="{D7082928-B629-4C2B-8DEE-9C89A32EB1C0}">
      <dsp:nvSpPr>
        <dsp:cNvPr id="0" name=""/>
        <dsp:cNvSpPr/>
      </dsp:nvSpPr>
      <dsp:spPr>
        <a:xfrm>
          <a:off x="1083312" y="2631868"/>
          <a:ext cx="2597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24778"/>
              </a:moveTo>
              <a:lnTo>
                <a:pt x="129893" y="124778"/>
              </a:lnTo>
              <a:lnTo>
                <a:pt x="129893" y="45720"/>
              </a:lnTo>
              <a:lnTo>
                <a:pt x="259786" y="45720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206417" y="2670800"/>
        <a:ext cx="13577" cy="13577"/>
      </dsp:txXfrm>
    </dsp:sp>
    <dsp:sp modelId="{2236B708-5ECB-424E-8994-74C7AEEE0E9D}">
      <dsp:nvSpPr>
        <dsp:cNvPr id="0" name=""/>
        <dsp:cNvSpPr/>
      </dsp:nvSpPr>
      <dsp:spPr>
        <a:xfrm>
          <a:off x="1083312" y="2182569"/>
          <a:ext cx="259786" cy="574078"/>
        </a:xfrm>
        <a:custGeom>
          <a:avLst/>
          <a:gdLst/>
          <a:ahLst/>
          <a:cxnLst/>
          <a:rect l="0" t="0" r="0" b="0"/>
          <a:pathLst>
            <a:path>
              <a:moveTo>
                <a:pt x="0" y="574078"/>
              </a:moveTo>
              <a:lnTo>
                <a:pt x="129893" y="574078"/>
              </a:lnTo>
              <a:lnTo>
                <a:pt x="129893" y="0"/>
              </a:lnTo>
              <a:lnTo>
                <a:pt x="259786" y="0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97452" y="2453855"/>
        <a:ext cx="31506" cy="31506"/>
      </dsp:txXfrm>
    </dsp:sp>
    <dsp:sp modelId="{D6627B59-BC83-4C00-AD1C-6D6D6B803DA2}">
      <dsp:nvSpPr>
        <dsp:cNvPr id="0" name=""/>
        <dsp:cNvSpPr/>
      </dsp:nvSpPr>
      <dsp:spPr>
        <a:xfrm>
          <a:off x="1083312" y="1687550"/>
          <a:ext cx="259786" cy="1069097"/>
        </a:xfrm>
        <a:custGeom>
          <a:avLst/>
          <a:gdLst/>
          <a:ahLst/>
          <a:cxnLst/>
          <a:rect l="0" t="0" r="0" b="0"/>
          <a:pathLst>
            <a:path>
              <a:moveTo>
                <a:pt x="0" y="1069097"/>
              </a:moveTo>
              <a:lnTo>
                <a:pt x="129893" y="1069097"/>
              </a:lnTo>
              <a:lnTo>
                <a:pt x="129893" y="0"/>
              </a:lnTo>
              <a:lnTo>
                <a:pt x="259786" y="0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85700" y="2194593"/>
        <a:ext cx="55010" cy="55010"/>
      </dsp:txXfrm>
    </dsp:sp>
    <dsp:sp modelId="{0388023E-A597-4BD1-9393-11543799CC70}">
      <dsp:nvSpPr>
        <dsp:cNvPr id="0" name=""/>
        <dsp:cNvSpPr/>
      </dsp:nvSpPr>
      <dsp:spPr>
        <a:xfrm>
          <a:off x="1083312" y="1192530"/>
          <a:ext cx="259786" cy="1564116"/>
        </a:xfrm>
        <a:custGeom>
          <a:avLst/>
          <a:gdLst/>
          <a:ahLst/>
          <a:cxnLst/>
          <a:rect l="0" t="0" r="0" b="0"/>
          <a:pathLst>
            <a:path>
              <a:moveTo>
                <a:pt x="0" y="1564116"/>
              </a:moveTo>
              <a:lnTo>
                <a:pt x="129893" y="1564116"/>
              </a:lnTo>
              <a:lnTo>
                <a:pt x="129893" y="0"/>
              </a:lnTo>
              <a:lnTo>
                <a:pt x="259786" y="0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173567" y="1934950"/>
        <a:ext cx="79277" cy="79277"/>
      </dsp:txXfrm>
    </dsp:sp>
    <dsp:sp modelId="{04B2DAE7-5E16-49B7-85F1-B636A7390DE6}">
      <dsp:nvSpPr>
        <dsp:cNvPr id="0" name=""/>
        <dsp:cNvSpPr/>
      </dsp:nvSpPr>
      <dsp:spPr>
        <a:xfrm>
          <a:off x="1083312" y="697511"/>
          <a:ext cx="259786" cy="2059136"/>
        </a:xfrm>
        <a:custGeom>
          <a:avLst/>
          <a:gdLst/>
          <a:ahLst/>
          <a:cxnLst/>
          <a:rect l="0" t="0" r="0" b="0"/>
          <a:pathLst>
            <a:path>
              <a:moveTo>
                <a:pt x="0" y="2059136"/>
              </a:moveTo>
              <a:lnTo>
                <a:pt x="129893" y="2059136"/>
              </a:lnTo>
              <a:lnTo>
                <a:pt x="129893" y="0"/>
              </a:lnTo>
              <a:lnTo>
                <a:pt x="259786" y="0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161319" y="1675192"/>
        <a:ext cx="103772" cy="103772"/>
      </dsp:txXfrm>
    </dsp:sp>
    <dsp:sp modelId="{1BFF8C17-0C94-4141-9470-7D27B7B70215}">
      <dsp:nvSpPr>
        <dsp:cNvPr id="0" name=""/>
        <dsp:cNvSpPr/>
      </dsp:nvSpPr>
      <dsp:spPr>
        <a:xfrm>
          <a:off x="1083312" y="202491"/>
          <a:ext cx="259786" cy="2554155"/>
        </a:xfrm>
        <a:custGeom>
          <a:avLst/>
          <a:gdLst/>
          <a:ahLst/>
          <a:cxnLst/>
          <a:rect l="0" t="0" r="0" b="0"/>
          <a:pathLst>
            <a:path>
              <a:moveTo>
                <a:pt x="0" y="2554155"/>
              </a:moveTo>
              <a:lnTo>
                <a:pt x="129893" y="2554155"/>
              </a:lnTo>
              <a:lnTo>
                <a:pt x="129893" y="0"/>
              </a:lnTo>
              <a:lnTo>
                <a:pt x="259786" y="0"/>
              </a:lnTo>
            </a:path>
          </a:pathLst>
        </a:custGeom>
        <a:noFill/>
        <a:ln w="15875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49022" y="1415386"/>
        <a:ext cx="128366" cy="128366"/>
      </dsp:txXfrm>
    </dsp:sp>
    <dsp:sp modelId="{F1EEC83B-B967-4C39-8229-C80E0DCDDDE4}">
      <dsp:nvSpPr>
        <dsp:cNvPr id="0" name=""/>
        <dsp:cNvSpPr/>
      </dsp:nvSpPr>
      <dsp:spPr>
        <a:xfrm rot="16200000">
          <a:off x="-1135731" y="2373906"/>
          <a:ext cx="3672606" cy="765482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ZOUNGRANA_Maureen_AfriTalent</a:t>
          </a:r>
          <a:r>
            <a:rPr lang="fr-FR" sz="1800" kern="1200" dirty="0"/>
            <a:t> /</a:t>
          </a:r>
          <a:endParaRPr lang="en-US" sz="1800" kern="1200" dirty="0"/>
        </a:p>
      </dsp:txBody>
      <dsp:txXfrm>
        <a:off x="-1135731" y="2373906"/>
        <a:ext cx="3672606" cy="765482"/>
      </dsp:txXfrm>
    </dsp:sp>
    <dsp:sp modelId="{83A6474C-B814-4A73-845A-D5D6319737B2}">
      <dsp:nvSpPr>
        <dsp:cNvPr id="0" name=""/>
        <dsp:cNvSpPr/>
      </dsp:nvSpPr>
      <dsp:spPr>
        <a:xfrm>
          <a:off x="1343098" y="4483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index.html</a:t>
          </a:r>
          <a:endParaRPr lang="en-US" sz="1100" kern="1200"/>
        </a:p>
      </dsp:txBody>
      <dsp:txXfrm>
        <a:off x="1343098" y="4483"/>
        <a:ext cx="1298931" cy="396015"/>
      </dsp:txXfrm>
    </dsp:sp>
    <dsp:sp modelId="{04984D08-3648-490E-88A9-96589881DB20}">
      <dsp:nvSpPr>
        <dsp:cNvPr id="0" name=""/>
        <dsp:cNvSpPr/>
      </dsp:nvSpPr>
      <dsp:spPr>
        <a:xfrm>
          <a:off x="1343098" y="499503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kern="1200" dirty="0"/>
            <a:t>freelances.html</a:t>
          </a:r>
          <a:endParaRPr lang="en-US" sz="1000" kern="1200" dirty="0"/>
        </a:p>
      </dsp:txBody>
      <dsp:txXfrm>
        <a:off x="1343098" y="499503"/>
        <a:ext cx="1298931" cy="396015"/>
      </dsp:txXfrm>
    </dsp:sp>
    <dsp:sp modelId="{D0EFB756-A9D2-41BB-87DB-54079F55F48A}">
      <dsp:nvSpPr>
        <dsp:cNvPr id="0" name=""/>
        <dsp:cNvSpPr/>
      </dsp:nvSpPr>
      <dsp:spPr>
        <a:xfrm>
          <a:off x="1343098" y="994522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tarifs.html</a:t>
          </a:r>
          <a:endParaRPr lang="en-US" sz="1100" kern="1200"/>
        </a:p>
      </dsp:txBody>
      <dsp:txXfrm>
        <a:off x="1343098" y="994522"/>
        <a:ext cx="1298931" cy="396015"/>
      </dsp:txXfrm>
    </dsp:sp>
    <dsp:sp modelId="{478DBB66-2F8F-4B3D-8B3C-60DA78554EFE}">
      <dsp:nvSpPr>
        <dsp:cNvPr id="0" name=""/>
        <dsp:cNvSpPr/>
      </dsp:nvSpPr>
      <dsp:spPr>
        <a:xfrm>
          <a:off x="1343098" y="1489542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about.html</a:t>
          </a:r>
          <a:endParaRPr lang="en-US" sz="1100" kern="1200"/>
        </a:p>
      </dsp:txBody>
      <dsp:txXfrm>
        <a:off x="1343098" y="1489542"/>
        <a:ext cx="1298931" cy="396015"/>
      </dsp:txXfrm>
    </dsp:sp>
    <dsp:sp modelId="{1024EE0C-3190-4857-AC6A-FBB52B435744}">
      <dsp:nvSpPr>
        <dsp:cNvPr id="0" name=""/>
        <dsp:cNvSpPr/>
      </dsp:nvSpPr>
      <dsp:spPr>
        <a:xfrm>
          <a:off x="1343098" y="1984561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contact.html</a:t>
          </a:r>
          <a:endParaRPr lang="en-US" sz="1100" kern="1200"/>
        </a:p>
      </dsp:txBody>
      <dsp:txXfrm>
        <a:off x="1343098" y="1984561"/>
        <a:ext cx="1298931" cy="396015"/>
      </dsp:txXfrm>
    </dsp:sp>
    <dsp:sp modelId="{F2A17F81-1457-4AA3-A39B-CDFB69B30589}">
      <dsp:nvSpPr>
        <dsp:cNvPr id="0" name=""/>
        <dsp:cNvSpPr/>
      </dsp:nvSpPr>
      <dsp:spPr>
        <a:xfrm>
          <a:off x="1343098" y="2479581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css</a:t>
          </a:r>
          <a:r>
            <a:rPr lang="fr-FR" sz="1200" kern="1200" dirty="0"/>
            <a:t> /</a:t>
          </a:r>
          <a:endParaRPr lang="en-US" sz="1200" kern="1200" dirty="0"/>
        </a:p>
      </dsp:txBody>
      <dsp:txXfrm>
        <a:off x="1343098" y="2479581"/>
        <a:ext cx="1298931" cy="396015"/>
      </dsp:txXfrm>
    </dsp:sp>
    <dsp:sp modelId="{26A717A7-AECE-4F38-BDD0-C81B0A7A8736}">
      <dsp:nvSpPr>
        <dsp:cNvPr id="0" name=""/>
        <dsp:cNvSpPr/>
      </dsp:nvSpPr>
      <dsp:spPr>
        <a:xfrm>
          <a:off x="2901816" y="2479581"/>
          <a:ext cx="1298931" cy="396015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style.css</a:t>
          </a:r>
          <a:endParaRPr lang="en-US" sz="1400" kern="1200" dirty="0"/>
        </a:p>
      </dsp:txBody>
      <dsp:txXfrm>
        <a:off x="2901816" y="2479581"/>
        <a:ext cx="1298931" cy="396015"/>
      </dsp:txXfrm>
    </dsp:sp>
    <dsp:sp modelId="{6C1D4580-9BBA-470F-8E33-844B5F278BA3}">
      <dsp:nvSpPr>
        <dsp:cNvPr id="0" name=""/>
        <dsp:cNvSpPr/>
      </dsp:nvSpPr>
      <dsp:spPr>
        <a:xfrm>
          <a:off x="1343098" y="2974600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js /</a:t>
          </a:r>
          <a:endParaRPr lang="en-US" sz="1200" kern="1200"/>
        </a:p>
      </dsp:txBody>
      <dsp:txXfrm>
        <a:off x="1343098" y="2974600"/>
        <a:ext cx="1298931" cy="396015"/>
      </dsp:txXfrm>
    </dsp:sp>
    <dsp:sp modelId="{D7077CA0-5AF8-4132-B221-468B907EF9DE}">
      <dsp:nvSpPr>
        <dsp:cNvPr id="0" name=""/>
        <dsp:cNvSpPr/>
      </dsp:nvSpPr>
      <dsp:spPr>
        <a:xfrm>
          <a:off x="2901816" y="2974600"/>
          <a:ext cx="1298931" cy="396015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main.js</a:t>
          </a:r>
          <a:endParaRPr lang="en-US" sz="1400" kern="1200" dirty="0"/>
        </a:p>
      </dsp:txBody>
      <dsp:txXfrm>
        <a:off x="2901816" y="2974600"/>
        <a:ext cx="1298931" cy="396015"/>
      </dsp:txXfrm>
    </dsp:sp>
    <dsp:sp modelId="{A2FDA517-71E7-4A3B-AD61-7E0CBF445643}">
      <dsp:nvSpPr>
        <dsp:cNvPr id="0" name=""/>
        <dsp:cNvSpPr/>
      </dsp:nvSpPr>
      <dsp:spPr>
        <a:xfrm>
          <a:off x="1343098" y="3510108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images /</a:t>
          </a:r>
          <a:endParaRPr lang="en-US" sz="1400" kern="1200"/>
        </a:p>
      </dsp:txBody>
      <dsp:txXfrm>
        <a:off x="1343098" y="3510108"/>
        <a:ext cx="1298931" cy="396015"/>
      </dsp:txXfrm>
    </dsp:sp>
    <dsp:sp modelId="{0C9F3096-3A12-4928-9177-E1FECC10FF6D}">
      <dsp:nvSpPr>
        <dsp:cNvPr id="0" name=""/>
        <dsp:cNvSpPr/>
      </dsp:nvSpPr>
      <dsp:spPr>
        <a:xfrm>
          <a:off x="2901816" y="3469620"/>
          <a:ext cx="3154259" cy="476992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Logos, profils illustrations…</a:t>
          </a:r>
          <a:endParaRPr lang="en-US" sz="1400" kern="1200" dirty="0"/>
        </a:p>
      </dsp:txBody>
      <dsp:txXfrm>
        <a:off x="2901816" y="3469620"/>
        <a:ext cx="3154259" cy="476992"/>
      </dsp:txXfrm>
    </dsp:sp>
    <dsp:sp modelId="{477C4F26-A944-47B7-88CF-374DD4BA59DA}">
      <dsp:nvSpPr>
        <dsp:cNvPr id="0" name=""/>
        <dsp:cNvSpPr/>
      </dsp:nvSpPr>
      <dsp:spPr>
        <a:xfrm>
          <a:off x="1343098" y="4122756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docs /</a:t>
          </a:r>
          <a:endParaRPr lang="en-US" sz="1400" kern="1200"/>
        </a:p>
      </dsp:txBody>
      <dsp:txXfrm>
        <a:off x="1343098" y="4122756"/>
        <a:ext cx="1298931" cy="396015"/>
      </dsp:txXfrm>
    </dsp:sp>
    <dsp:sp modelId="{6289810B-8E40-4895-9F61-CCF1B0B3AA36}">
      <dsp:nvSpPr>
        <dsp:cNvPr id="0" name=""/>
        <dsp:cNvSpPr/>
      </dsp:nvSpPr>
      <dsp:spPr>
        <a:xfrm>
          <a:off x="2901816" y="4045616"/>
          <a:ext cx="2958951" cy="550295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ZOUNGRANA_Maureen_presentation.ppptx</a:t>
          </a:r>
          <a:endParaRPr lang="en-US" sz="1200" kern="1200" dirty="0"/>
        </a:p>
      </dsp:txBody>
      <dsp:txXfrm>
        <a:off x="2901816" y="4045616"/>
        <a:ext cx="2958951" cy="550295"/>
      </dsp:txXfrm>
    </dsp:sp>
    <dsp:sp modelId="{9E024949-C5B8-46FE-A33D-B653017F2D6A}">
      <dsp:nvSpPr>
        <dsp:cNvPr id="0" name=""/>
        <dsp:cNvSpPr/>
      </dsp:nvSpPr>
      <dsp:spPr>
        <a:xfrm>
          <a:off x="1343098" y="4617776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README.md</a:t>
          </a:r>
          <a:endParaRPr lang="en-US" sz="1100" kern="1200"/>
        </a:p>
      </dsp:txBody>
      <dsp:txXfrm>
        <a:off x="1343098" y="4617776"/>
        <a:ext cx="1298931" cy="396015"/>
      </dsp:txXfrm>
    </dsp:sp>
    <dsp:sp modelId="{BFD3DB89-2373-4F3D-8758-EFC31A1726C7}">
      <dsp:nvSpPr>
        <dsp:cNvPr id="0" name=""/>
        <dsp:cNvSpPr/>
      </dsp:nvSpPr>
      <dsp:spPr>
        <a:xfrm>
          <a:off x="1343098" y="5112795"/>
          <a:ext cx="1298931" cy="396015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.gitignore</a:t>
          </a:r>
          <a:endParaRPr lang="en-US" sz="1100" kern="1200"/>
        </a:p>
      </dsp:txBody>
      <dsp:txXfrm>
        <a:off x="1343098" y="5112795"/>
        <a:ext cx="1298931" cy="39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#1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678DE-42B2-4575-BCF4-F3F41202CAF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BAD02-E789-48B2-B645-09855FFB53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DEE52-8007-48AB-8DA2-715DD07C7D1D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F5324-4F0B-4067-9786-2DA7B7DC7D65}" type="slidenum">
              <a:rPr lang="en-US" smtClean="0"/>
              <a:t>‹N°›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?utm_source=chatgpt.com" TargetMode="External"/><Relationship Id="rId3" Type="http://schemas.openxmlformats.org/officeDocument/2006/relationships/hyperlink" Target="https://getbootstrap.com/?utm_source=chatgpt.com" TargetMode="External"/><Relationship Id="rId7" Type="http://schemas.openxmlformats.org/officeDocument/2006/relationships/hyperlink" Target="https://formspree.io/?utm_source=chatgpt.com" TargetMode="External"/><Relationship Id="rId2" Type="http://schemas.openxmlformats.org/officeDocument/2006/relationships/hyperlink" Target="https://developer.mozilla.org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cons.getbootstrap.com/?utm_source=chatgpt.com" TargetMode="External"/><Relationship Id="rId5" Type="http://schemas.openxmlformats.org/officeDocument/2006/relationships/hyperlink" Target="https://fonts.google.com/?utm_source=chatgpt.com" TargetMode="External"/><Relationship Id="rId4" Type="http://schemas.openxmlformats.org/officeDocument/2006/relationships/hyperlink" Target="https://www.w3schools.com/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../index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439271"/>
            <a:ext cx="9144000" cy="2241176"/>
          </a:xfrm>
        </p:spPr>
        <p:txBody>
          <a:bodyPr/>
          <a:lstStyle/>
          <a:p>
            <a:r>
              <a:rPr lang="fr-FR" dirty="0" err="1">
                <a:latin typeface="Century Schoolbook" panose="02040604050505020304" pitchFamily="18" charset="0"/>
              </a:rPr>
              <a:t>AfriTalent</a:t>
            </a:r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2841812"/>
            <a:ext cx="9144000" cy="860612"/>
          </a:xfrm>
        </p:spPr>
        <p:txBody>
          <a:bodyPr/>
          <a:lstStyle/>
          <a:p>
            <a:r>
              <a:rPr lang="fr-FR" dirty="0">
                <a:latin typeface="Century Schoolbook" panose="02040604050505020304" pitchFamily="18" charset="0"/>
              </a:rPr>
              <a:t>ZOUNGRANA K. W. Maureen </a:t>
            </a:r>
            <a:r>
              <a:rPr lang="fr-FR" dirty="0" err="1">
                <a:latin typeface="Century Schoolbook" panose="02040604050505020304" pitchFamily="18" charset="0"/>
              </a:rPr>
              <a:t>Linaëlle</a:t>
            </a:r>
            <a:endParaRPr lang="fr-FR" dirty="0">
              <a:latin typeface="Century Schoolbook" panose="02040604050505020304" pitchFamily="18" charset="0"/>
            </a:endParaRPr>
          </a:p>
          <a:p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 flipH="1">
            <a:off x="896470" y="4814046"/>
            <a:ext cx="374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Classe: Data Science &amp; Big Data</a:t>
            </a:r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 flipH="1">
            <a:off x="9170895" y="4814046"/>
            <a:ext cx="232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Date: 17/06/2026</a:t>
            </a:r>
            <a:endParaRPr lang="en-US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23764" y="0"/>
            <a:ext cx="3621742" cy="1075764"/>
          </a:xfrm>
        </p:spPr>
        <p:txBody>
          <a:bodyPr>
            <a:normAutofit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SOMMAIRE</a:t>
            </a:r>
            <a:endParaRPr lang="en-US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04214839"/>
              </p:ext>
            </p:extLst>
          </p:nvPr>
        </p:nvGraphicFramePr>
        <p:xfrm>
          <a:off x="1864659" y="921053"/>
          <a:ext cx="6768353" cy="5533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52892" y="477201"/>
            <a:ext cx="7701865" cy="575593"/>
          </a:xfrm>
        </p:spPr>
        <p:txBody>
          <a:bodyPr>
            <a:normAutofit fontScale="90000"/>
          </a:bodyPr>
          <a:lstStyle/>
          <a:p>
            <a:r>
              <a:rPr lang="fr-FR" sz="4000" dirty="0">
                <a:latin typeface="Century Schoolbook" panose="02040604050505020304" pitchFamily="18" charset="0"/>
              </a:rPr>
              <a:t>Présentation du Projet</a:t>
            </a:r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060822" y="1259541"/>
            <a:ext cx="10070356" cy="4406153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fr-FR" sz="1495" dirty="0">
                <a:latin typeface="Century Schoolbook" panose="02040604050505020304" pitchFamily="18" charset="0"/>
              </a:rPr>
              <a:t>  </a:t>
            </a:r>
          </a:p>
          <a:p>
            <a:pPr marL="914400" lvl="2" indent="0">
              <a:buNone/>
            </a:pPr>
            <a:endParaRPr lang="fr-FR" sz="1495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783258"/>
              </p:ext>
            </p:extLst>
          </p:nvPr>
        </p:nvGraphicFramePr>
        <p:xfrm>
          <a:off x="1260847" y="1564864"/>
          <a:ext cx="9486265" cy="41008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9705">
                <a:tc>
                  <a:txBody>
                    <a:bodyPr/>
                    <a:lstStyle/>
                    <a:p>
                      <a:r>
                        <a:rPr lang="fr-FR" dirty="0"/>
                        <a:t>      </a:t>
                      </a:r>
                    </a:p>
                    <a:p>
                      <a:r>
                        <a:rPr lang="fr-FR" dirty="0"/>
                        <a:t>       </a:t>
                      </a:r>
                    </a:p>
                    <a:p>
                      <a:r>
                        <a:rPr lang="fr-FR" dirty="0"/>
                        <a:t>    </a:t>
                      </a:r>
                      <a:r>
                        <a:rPr lang="fr-FR" dirty="0">
                          <a:latin typeface="Century Schoolbook" panose="02040604050505020304" pitchFamily="18" charset="0"/>
                        </a:rPr>
                        <a:t>CONTEXTE</a:t>
                      </a:r>
                      <a:endParaRPr lang="en-US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b="0" dirty="0"/>
                    </a:p>
                    <a:p>
                      <a:r>
                        <a:rPr lang="fr-FR" sz="1600" b="0" dirty="0">
                          <a:latin typeface="Century Schoolbook" panose="02040604050505020304" pitchFamily="18" charset="0"/>
                        </a:rPr>
                        <a:t>Un fossé existe entre les talents africains qui peinent à trouver des missions, et les clients qui cherchent des prestataires qualifiés</a:t>
                      </a:r>
                      <a:r>
                        <a:rPr lang="fr-FR" sz="1600" dirty="0">
                          <a:latin typeface="Century Schoolbook" panose="02040604050505020304" pitchFamily="18" charset="0"/>
                        </a:rPr>
                        <a:t>.</a:t>
                      </a:r>
                      <a:endParaRPr lang="fr-FR" sz="1600" b="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245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b="0" dirty="0"/>
                        <a:t>      </a:t>
                      </a:r>
                    </a:p>
                    <a:p>
                      <a:r>
                        <a:rPr lang="fr-FR" b="0" dirty="0"/>
                        <a:t>     </a:t>
                      </a:r>
                      <a:r>
                        <a:rPr lang="fr-FR" b="1" dirty="0">
                          <a:latin typeface="Century Schoolbook" panose="02040604050505020304" pitchFamily="18" charset="0"/>
                        </a:rPr>
                        <a:t>OBJECTIF</a:t>
                      </a:r>
                      <a:endParaRPr lang="en-US" b="1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600" dirty="0" err="1">
                        <a:effectLst/>
                      </a:endParaRPr>
                    </a:p>
                    <a:p>
                      <a:r>
                        <a:rPr lang="fr-FR" sz="1600" dirty="0" err="1">
                          <a:effectLst/>
                          <a:latin typeface="Century Schoolbook" panose="02040604050505020304" pitchFamily="18" charset="0"/>
                        </a:rPr>
                        <a:t>AfriTalent</a:t>
                      </a:r>
                      <a:r>
                        <a:rPr lang="fr-FR" sz="1600" dirty="0">
                          <a:effectLst/>
                          <a:latin typeface="Century Schoolbook" panose="02040604050505020304" pitchFamily="18" charset="0"/>
                        </a:rPr>
                        <a:t> veut connecter les talents africains aux clients via une plateforme freelance, pour booster l'économie numérique du continent</a:t>
                      </a:r>
                      <a:r>
                        <a:rPr lang="fr-FR" sz="1600" dirty="0">
                          <a:latin typeface="Century Schoolbook" panose="020406040505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b="0" dirty="0"/>
                        <a:t> </a:t>
                      </a:r>
                    </a:p>
                    <a:p>
                      <a:r>
                        <a:rPr lang="fr-FR" b="0" dirty="0"/>
                        <a:t>  </a:t>
                      </a:r>
                      <a:r>
                        <a:rPr lang="fr-FR" b="1" dirty="0">
                          <a:latin typeface="Century Schoolbook" panose="02040604050505020304" pitchFamily="18" charset="0"/>
                        </a:rPr>
                        <a:t>PUBLIC CIBLE</a:t>
                      </a:r>
                      <a:endParaRPr lang="en-US" b="1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600" dirty="0">
                          <a:latin typeface="Century Schoolbook" panose="02040604050505020304" pitchFamily="18" charset="0"/>
                        </a:rPr>
                        <a:t>les freelances africains cherchant des missions, et les clients (entreprises, startups, particuliers) cherchant des professionnels qualifiés.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1152" y="74705"/>
            <a:ext cx="6598024" cy="1212663"/>
          </a:xfrm>
        </p:spPr>
        <p:txBody>
          <a:bodyPr>
            <a:normAutofit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       Choix de design</a:t>
            </a:r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667870" y="1287368"/>
            <a:ext cx="10515600" cy="5002305"/>
          </a:xfrm>
        </p:spPr>
        <p:txBody>
          <a:bodyPr tIns="0" spcCol="360000" anchor="ctr">
            <a:noAutofit/>
          </a:bodyPr>
          <a:lstStyle/>
          <a:p>
            <a:pPr marL="0" indent="0">
              <a:buNone/>
            </a:pPr>
            <a:r>
              <a:rPr lang="fr-FR" sz="2400" b="1" dirty="0">
                <a:latin typeface="Century Schoolbook" panose="02040604050505020304" pitchFamily="18" charset="0"/>
              </a:rPr>
              <a:t>Palette de couleurs :</a:t>
            </a:r>
            <a:endParaRPr lang="fr-FR" sz="2400" dirty="0">
              <a:latin typeface="Century Schoolbook" panose="02040604050505020304" pitchFamily="18" charset="0"/>
            </a:endParaRPr>
          </a:p>
          <a:p>
            <a:pPr marL="457200" lvl="1" indent="0">
              <a:buNone/>
            </a:pPr>
            <a:endParaRPr lang="fr-FR" sz="1800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fr-F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#bbd8fe</a:t>
            </a:r>
            <a:r>
              <a:rPr lang="fr-FR" sz="18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fr-FR" sz="1800" dirty="0">
                <a:latin typeface="Century Schoolbook" panose="02040604050505020304" pitchFamily="18" charset="0"/>
              </a:rPr>
              <a:t>(bleu clair) : couleur principale. </a:t>
            </a:r>
            <a:endParaRPr lang="fr-FR" sz="18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fr-F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58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800" dirty="0">
                <a:latin typeface="Century Schoolbook" panose="02040604050505020304" pitchFamily="18" charset="0"/>
              </a:rPr>
              <a:t>(bleu foncé) : titres et éléments importants</a:t>
            </a:r>
          </a:p>
          <a:p>
            <a:pPr marL="457200" lvl="1" indent="0">
              <a:buNone/>
            </a:pPr>
            <a:r>
              <a:rPr lang="fr-F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124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138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157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800" dirty="0">
                <a:latin typeface="Century Schoolbook" panose="02040604050505020304" pitchFamily="18" charset="0"/>
              </a:rPr>
              <a:t>(gris bleuté) : met en valeur les boutons et les détails. </a:t>
            </a:r>
          </a:p>
          <a:p>
            <a:pPr marL="457200" lvl="1" indent="0">
              <a:buNone/>
            </a:pPr>
            <a:r>
              <a:rPr lang="fr-FR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#93C5FD</a:t>
            </a:r>
            <a:r>
              <a:rPr lang="fr-FR" sz="180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fr-FR" sz="1800" dirty="0">
                <a:latin typeface="Century Schoolbook" panose="02040604050505020304" pitchFamily="18" charset="0"/>
              </a:rPr>
              <a:t>(bleu d'accentuation) : utilisée pour les cartes et les éléments interactifs .</a:t>
            </a:r>
          </a:p>
          <a:p>
            <a:pPr marL="457200" lvl="1" indent="0">
              <a:buNone/>
            </a:pPr>
            <a:r>
              <a:rPr lang="fr-FR" sz="1800" dirty="0">
                <a:latin typeface="Century Schoolbook" panose="02040604050505020304" pitchFamily="18" charset="0"/>
              </a:rPr>
              <a:t> </a:t>
            </a:r>
            <a:r>
              <a:rPr lang="fr-FR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224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239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251</a:t>
            </a:r>
            <a:r>
              <a:rPr lang="fr-F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800" dirty="0">
                <a:latin typeface="Century Schoolbook" panose="02040604050505020304" pitchFamily="18" charset="0"/>
              </a:rPr>
              <a:t>(fond clair) : améliore la lisibilité et le confort visuel. </a:t>
            </a:r>
          </a:p>
          <a:p>
            <a:pPr marL="457200" lvl="1" indent="0">
              <a:buNone/>
            </a:pPr>
            <a:endParaRPr lang="fr-FR" sz="1800" dirty="0">
              <a:latin typeface="Century Schoolbook" panose="02040604050505020304" pitchFamily="18" charset="0"/>
            </a:endParaRPr>
          </a:p>
          <a:p>
            <a:pPr marL="457200" lvl="1" indent="0">
              <a:buNone/>
            </a:pPr>
            <a:endParaRPr lang="fr-FR" sz="1800" dirty="0">
              <a:latin typeface="Century Schoolbook" panose="02040604050505020304" pitchFamily="18" charset="0"/>
            </a:endParaRPr>
          </a:p>
          <a:p>
            <a:pPr marL="457200" lvl="1" indent="0">
              <a:buNone/>
            </a:pPr>
            <a:r>
              <a:rPr lang="fr-FR" sz="1800" dirty="0">
                <a:latin typeface="Century Schoolbook" panose="02040604050505020304" pitchFamily="18" charset="0"/>
              </a:rPr>
              <a:t>Cette palette a été choisie pour transmettre la confiance, le professionnalisme et la modernité tout en offrant une bonne lisibilité.</a:t>
            </a:r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48001" y="80683"/>
            <a:ext cx="5443817" cy="961651"/>
          </a:xfrm>
        </p:spPr>
        <p:txBody>
          <a:bodyPr>
            <a:normAutofit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   Choix de design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048596" y="1140293"/>
            <a:ext cx="10409979" cy="43080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400" b="1" dirty="0">
                <a:latin typeface="Century Schoolbook" panose="02040604050505020304" pitchFamily="18" charset="0"/>
              </a:rPr>
              <a:t>Polices :</a:t>
            </a:r>
          </a:p>
          <a:p>
            <a:pPr marL="0" indent="0">
              <a:buNone/>
            </a:pPr>
            <a:endParaRPr lang="fr-FR" sz="2400" dirty="0">
              <a:latin typeface="Century Schoolbook" panose="02040604050505020304" pitchFamily="18" charset="0"/>
            </a:endParaRPr>
          </a:p>
          <a:p>
            <a:pPr marL="457200" lvl="1" indent="0">
              <a:buNone/>
            </a:pPr>
            <a:r>
              <a:rPr lang="fr-FR" b="1" dirty="0">
                <a:latin typeface="Century Schoolbook" panose="02040604050505020304" pitchFamily="18" charset="0"/>
              </a:rPr>
              <a:t>	</a:t>
            </a:r>
            <a:r>
              <a:rPr lang="fr-FR" sz="2400" b="1" dirty="0" err="1">
                <a:latin typeface="Century Schoolbook" panose="02040604050505020304" pitchFamily="18" charset="0"/>
              </a:rPr>
              <a:t>Roboto</a:t>
            </a:r>
            <a:r>
              <a:rPr lang="fr-FR" sz="2400" b="1" dirty="0">
                <a:latin typeface="Century Schoolbook" panose="02040604050505020304" pitchFamily="18" charset="0"/>
              </a:rPr>
              <a:t> Slab</a:t>
            </a:r>
            <a:r>
              <a:rPr lang="fr-FR" sz="2400" dirty="0">
                <a:latin typeface="Century Schoolbook" panose="02040604050505020304" pitchFamily="18" charset="0"/>
              </a:rPr>
              <a:t> pour les titres </a:t>
            </a:r>
            <a:endParaRPr lang="fr-FR" sz="2400" b="1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fr-FR" b="1" dirty="0">
                <a:latin typeface="Century Schoolbook" panose="02040604050505020304" pitchFamily="18" charset="0"/>
              </a:rPr>
              <a:t>     	Playfair Display</a:t>
            </a:r>
            <a:r>
              <a:rPr lang="fr-FR" dirty="0">
                <a:latin typeface="Century Schoolbook" panose="02040604050505020304" pitchFamily="18" charset="0"/>
              </a:rPr>
              <a:t> pour les textes </a:t>
            </a:r>
          </a:p>
          <a:p>
            <a:pPr marL="0" indent="0">
              <a:buNone/>
            </a:pPr>
            <a:endParaRPr lang="fr-FR" sz="2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fr-FR" sz="2400" b="1" dirty="0">
                <a:latin typeface="Century Schoolbook" panose="02040604050505020304" pitchFamily="18" charset="0"/>
              </a:rPr>
              <a:t>Inspirations :</a:t>
            </a:r>
          </a:p>
          <a:p>
            <a:pPr marL="0" indent="0">
              <a:buNone/>
            </a:pPr>
            <a:br>
              <a:rPr lang="fr-FR" sz="2400" dirty="0">
                <a:latin typeface="Century Schoolbook" panose="02040604050505020304" pitchFamily="18" charset="0"/>
              </a:rPr>
            </a:br>
            <a:r>
              <a:rPr lang="fr-FR" sz="2400" dirty="0">
                <a:latin typeface="Century Schoolbook" panose="02040604050505020304" pitchFamily="18" charset="0"/>
              </a:rPr>
              <a:t>     	</a:t>
            </a:r>
            <a:r>
              <a:rPr lang="fr-FR" dirty="0" err="1">
                <a:latin typeface="Century Schoolbook" panose="02040604050505020304" pitchFamily="18" charset="0"/>
              </a:rPr>
              <a:t>AfriTalent</a:t>
            </a:r>
            <a:r>
              <a:rPr lang="fr-FR" dirty="0">
                <a:latin typeface="Century Schoolbook" panose="02040604050505020304" pitchFamily="18" charset="0"/>
              </a:rPr>
              <a:t> adopte un design moderne, épuré et intuitif, avec des 	couleurs qui inspirent confiance, pour une navigation fluide vers 	les talents ou les missions.</a:t>
            </a:r>
            <a:endParaRPr lang="en-US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69023" y="-45103"/>
            <a:ext cx="6689912" cy="869492"/>
          </a:xfrm>
        </p:spPr>
        <p:txBody>
          <a:bodyPr>
            <a:normAutofit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 Architecture du site</a:t>
            </a:r>
            <a:endParaRPr lang="en-US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12" name="Espace réservé du contenu 11"/>
          <p:cNvGraphicFramePr>
            <a:graphicFrameLocks noGrp="1"/>
          </p:cNvGraphicFramePr>
          <p:nvPr>
            <p:ph idx="4294967295"/>
          </p:nvPr>
        </p:nvGraphicFramePr>
        <p:xfrm>
          <a:off x="-98612" y="1011518"/>
          <a:ext cx="6373906" cy="5513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5681383" y="2617694"/>
            <a:ext cx="668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6739155" y="876050"/>
            <a:ext cx="5316134" cy="3142264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6739155" y="4069975"/>
            <a:ext cx="5452845" cy="27432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61128" y="18256"/>
            <a:ext cx="5907743" cy="725816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  Architecture du site</a:t>
            </a:r>
            <a:endParaRPr lang="en-US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4294967295"/>
          </p:nvPr>
        </p:nvPicPr>
        <p:blipFill>
          <a:blip r:embed="rId2" cstate="screen"/>
          <a:stretch>
            <a:fillRect/>
          </a:stretch>
        </p:blipFill>
        <p:spPr>
          <a:xfrm>
            <a:off x="0" y="744072"/>
            <a:ext cx="6179736" cy="2899639"/>
          </a:xfr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6284256" y="714415"/>
            <a:ext cx="5907743" cy="287284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6284256" y="3587262"/>
            <a:ext cx="5907744" cy="3125665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2" y="3643711"/>
            <a:ext cx="6179734" cy="311247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03491" y="18255"/>
            <a:ext cx="5958672" cy="966483"/>
          </a:xfrm>
        </p:spPr>
        <p:txBody>
          <a:bodyPr>
            <a:normAutofit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    Points techniques</a:t>
            </a:r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828239" y="984738"/>
            <a:ext cx="4954588" cy="5446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entury Schoolbook" panose="02040604050505020304" pitchFamily="18" charset="0"/>
              </a:rPr>
              <a:t>JAVASCRIPT</a:t>
            </a:r>
          </a:p>
          <a:p>
            <a:pPr marL="0" indent="0">
              <a:buNone/>
            </a:pPr>
            <a:r>
              <a:rPr lang="fr-FR" sz="1600" b="1" dirty="0">
                <a:latin typeface="Century Schoolbook" panose="02040604050505020304" pitchFamily="18" charset="0"/>
              </a:rPr>
              <a:t>1 – Gestion du </a:t>
            </a:r>
            <a:r>
              <a:rPr lang="fr-FR" sz="1600" b="1" dirty="0" err="1">
                <a:latin typeface="Century Schoolbook" panose="02040604050505020304" pitchFamily="18" charset="0"/>
              </a:rPr>
              <a:t>dark</a:t>
            </a:r>
            <a:r>
              <a:rPr lang="fr-FR" sz="1600" b="1" dirty="0">
                <a:latin typeface="Century Schoolbook" panose="02040604050505020304" pitchFamily="18" charset="0"/>
              </a:rPr>
              <a:t> mode</a:t>
            </a:r>
          </a:p>
          <a:p>
            <a:pPr marL="0" indent="0">
              <a:buNone/>
            </a:pP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fr-FR" sz="1300" b="0" dirty="0">
                <a:solidFill>
                  <a:srgbClr val="C586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isDarkMode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  <a:endParaRPr lang="fr-FR" sz="1300" b="0" dirty="0">
              <a:solidFill>
                <a:srgbClr val="BBBEB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toggleButton</a:t>
            </a:r>
            <a:r>
              <a:rPr lang="fr-FR" sz="1300" b="0" dirty="0" err="1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innerHTML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300" b="0" dirty="0">
                <a:solidFill>
                  <a:srgbClr val="D4D4D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300" b="0" dirty="0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'&lt;i class="bi bi-</a:t>
            </a:r>
            <a:r>
              <a:rPr lang="fr-FR" sz="1300" b="0" dirty="0" err="1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moon</a:t>
            </a:r>
            <a:r>
              <a:rPr lang="fr-FR" sz="1300" b="0" dirty="0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fr-FR" sz="1300" b="0" dirty="0" err="1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fill</a:t>
            </a:r>
            <a:r>
              <a:rPr lang="fr-FR" sz="1300" b="0" dirty="0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"&gt;&lt;/i&gt;'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fr-FR" sz="1300" b="0" dirty="0">
              <a:solidFill>
                <a:srgbClr val="BBBEB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r>
              <a:rPr lang="fr-FR" sz="1300" b="0" dirty="0" err="1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r-FR" sz="1300" b="0" dirty="0" err="1">
                <a:solidFill>
                  <a:srgbClr val="D2A8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setItem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300" b="0" dirty="0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fr-FR" sz="1300" b="0" dirty="0" err="1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fr-FR" sz="1300" b="0" dirty="0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300" b="0" dirty="0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fr-FR" sz="1300" b="0" dirty="0" err="1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dark</a:t>
            </a:r>
            <a:r>
              <a:rPr lang="fr-FR" sz="1300" b="0" dirty="0">
                <a:solidFill>
                  <a:srgbClr val="A5D6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fr-FR" sz="1300" b="0" dirty="0">
                <a:solidFill>
                  <a:srgbClr val="C9D1D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fr-FR" sz="13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endParaRPr lang="fr-FR" sz="1600" b="1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fr-FR" sz="1600" b="1" dirty="0">
                <a:latin typeface="Century Schoolbook" panose="02040604050505020304" pitchFamily="18" charset="0"/>
              </a:rPr>
              <a:t>2 –</a:t>
            </a:r>
            <a:r>
              <a:rPr lang="fr-FR" sz="1800" b="1" dirty="0">
                <a:latin typeface="Century Schoolbook" panose="02040604050505020304" pitchFamily="18" charset="0"/>
              </a:rPr>
              <a:t> </a:t>
            </a:r>
            <a:r>
              <a:rPr lang="fr-FR" sz="1600" b="1" dirty="0">
                <a:latin typeface="Century Schoolbook" panose="02040604050505020304" pitchFamily="18" charset="0"/>
              </a:rPr>
              <a:t>Interactions au scroll</a:t>
            </a:r>
          </a:p>
          <a:p>
            <a:pPr marL="0" indent="0">
              <a:buNone/>
            </a:pPr>
            <a:r>
              <a:rPr lang="fr-FR" sz="13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fr-FR" sz="13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3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fr-FR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3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'scroll'</a:t>
            </a:r>
            <a:r>
              <a:rPr lang="fr-FR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3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sz="13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fr-FR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3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scrollPosition</a:t>
            </a: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fr-FR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scrollY</a:t>
            </a: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fr-FR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documentElement</a:t>
            </a:r>
            <a:r>
              <a:rPr lang="fr-FR" sz="13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3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scrollTop</a:t>
            </a: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13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… }</a:t>
            </a:r>
            <a:endParaRPr lang="fr-FR" sz="13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entury Schoolbook" panose="02040604050505020304" pitchFamily="18" charset="0"/>
              </a:rPr>
              <a:t>      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80575" y="1145135"/>
            <a:ext cx="5778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Century Schoolbook" panose="02040604050505020304" pitchFamily="18" charset="0"/>
              </a:rPr>
              <a:t>BOOTSTRAP</a:t>
            </a:r>
            <a:endParaRPr lang="en-US" sz="2400" b="1" dirty="0">
              <a:latin typeface="Century Schoolbook" panose="020406040505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913875" y="1606800"/>
            <a:ext cx="3994219" cy="39690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b="1" dirty="0">
                <a:latin typeface="Century Schoolbook" panose="02040604050505020304" pitchFamily="18" charset="0"/>
              </a:rPr>
              <a:t>1 – </a:t>
            </a:r>
            <a:r>
              <a:rPr lang="fr-FR" sz="1600" b="1" dirty="0" err="1">
                <a:latin typeface="Century Schoolbook" panose="02040604050505020304" pitchFamily="18" charset="0"/>
              </a:rPr>
              <a:t>Navbar</a:t>
            </a:r>
            <a:endParaRPr lang="fr-FR" sz="1600" b="1" dirty="0">
              <a:latin typeface="Century Schoolbook" panose="020406040505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 err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fr-FR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navbar</a:t>
            </a:r>
            <a:r>
              <a:rPr lang="fr-FR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navbar</a:t>
            </a:r>
            <a:r>
              <a:rPr lang="fr-FR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-expand-lg 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1600" b="1" dirty="0">
                <a:latin typeface="Century Schoolbook" panose="02040604050505020304" pitchFamily="18" charset="0"/>
              </a:rPr>
              <a:t>2- </a:t>
            </a:r>
            <a:r>
              <a:rPr lang="fr-FR" sz="1600" b="1" dirty="0" err="1">
                <a:latin typeface="Century Schoolbook" panose="02040604050505020304" pitchFamily="18" charset="0"/>
              </a:rPr>
              <a:t>Grid</a:t>
            </a:r>
            <a:r>
              <a:rPr lang="fr-FR" sz="1600" b="1" dirty="0">
                <a:latin typeface="Century Schoolbook" panose="02040604050505020304" pitchFamily="18" charset="0"/>
              </a:rPr>
              <a:t> system</a:t>
            </a: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"row g-3"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"col-12 col-md-6 col-lg-4"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fr-FR" sz="1400" dirty="0">
              <a:latin typeface="Century Schoolbook" panose="020406040505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entury Schoolbook" panose="02040604050505020304" pitchFamily="18" charset="0"/>
              </a:rPr>
              <a:t>3 - Cards</a:t>
            </a:r>
            <a:endParaRPr lang="fr-FR" sz="1600" b="1" dirty="0">
              <a:latin typeface="Century Schoolbook" panose="020406040505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"card"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fr-F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67794" y="0"/>
            <a:ext cx="6374755" cy="828445"/>
          </a:xfrm>
        </p:spPr>
        <p:txBody>
          <a:bodyPr/>
          <a:lstStyle/>
          <a:p>
            <a:r>
              <a:rPr lang="fr-FR" dirty="0">
                <a:latin typeface="Century Schoolbook" panose="02040604050505020304" pitchFamily="18" charset="0"/>
              </a:rPr>
              <a:t>       Points techniques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191655" y="828445"/>
            <a:ext cx="4797163" cy="552659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fr-FR" b="1" dirty="0">
                <a:latin typeface="Century Schoolbook" panose="02040604050505020304" pitchFamily="18" charset="0"/>
              </a:rPr>
              <a:t>CSS avancé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600" b="1" dirty="0">
                <a:latin typeface="Century Schoolbook" panose="02040604050505020304" pitchFamily="18" charset="0"/>
              </a:rPr>
              <a:t>1 – Variables CSS (Custom </a:t>
            </a:r>
            <a:r>
              <a:rPr lang="fr-FR" sz="1600" b="1" dirty="0" err="1">
                <a:latin typeface="Century Schoolbook" panose="02040604050505020304" pitchFamily="18" charset="0"/>
              </a:rPr>
              <a:t>properties</a:t>
            </a:r>
            <a:r>
              <a:rPr lang="fr-FR" sz="1600" b="1" dirty="0">
                <a:latin typeface="Century Schoolbook" panose="02040604050505020304" pitchFamily="18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latin typeface="Century Schoolbook" panose="02040604050505020304" pitchFamily="18" charset="0"/>
              </a:rPr>
              <a:t>Utilisation de variables pour centraliser les couleurs et faciliter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latin typeface="Century Schoolbook" panose="02040604050505020304" pitchFamily="18" charset="0"/>
              </a:rPr>
              <a:t>la maintenance du site</a:t>
            </a:r>
            <a:r>
              <a:rPr lang="fr-FR" sz="1100" dirty="0">
                <a:latin typeface="Century Schoolbook" panose="02040604050505020304" pitchFamily="18" charset="0"/>
              </a:rPr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solidFill>
                  <a:srgbClr val="D7BA7D"/>
                </a:solidFill>
                <a:latin typeface="Consolas" panose="020B0609020204030204" pitchFamily="49" charset="0"/>
              </a:rPr>
              <a:t>:</a:t>
            </a:r>
            <a:r>
              <a:rPr lang="fr-FR" sz="1200" dirty="0">
                <a:solidFill>
                  <a:srgbClr val="D7BA7D"/>
                </a:solidFill>
                <a:latin typeface="Consolas" panose="020B0609020204030204" pitchFamily="49" charset="0"/>
              </a:rPr>
              <a:t>root</a:t>
            </a:r>
            <a:r>
              <a:rPr lang="fr-FR" sz="1400" dirty="0">
                <a:solidFill>
                  <a:srgbClr val="BBBEBF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fr-FR" sz="1400" dirty="0">
                <a:solidFill>
                  <a:srgbClr val="8B949E"/>
                </a:solidFill>
                <a:latin typeface="Consolas" panose="020B0609020204030204" pitchFamily="49" charset="0"/>
              </a:rPr>
              <a:t>/* palette de </a:t>
            </a:r>
            <a:r>
              <a:rPr lang="fr-FR" sz="1200" dirty="0">
                <a:solidFill>
                  <a:srgbClr val="8B949E"/>
                </a:solidFill>
                <a:latin typeface="Consolas" panose="020B0609020204030204" pitchFamily="49" charset="0"/>
              </a:rPr>
              <a:t>couleur</a:t>
            </a:r>
            <a:r>
              <a:rPr lang="fr-FR" sz="1400" dirty="0">
                <a:solidFill>
                  <a:srgbClr val="8B949E"/>
                </a:solidFill>
                <a:latin typeface="Consolas" panose="020B0609020204030204" pitchFamily="49" charset="0"/>
              </a:rPr>
              <a:t> */</a:t>
            </a:r>
            <a:endParaRPr lang="fr-FR" sz="1400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fr-FR" sz="1400" dirty="0">
                <a:solidFill>
                  <a:srgbClr val="9CDCFE"/>
                </a:solidFill>
                <a:latin typeface="Consolas" panose="020B0609020204030204" pitchFamily="49" charset="0"/>
              </a:rPr>
              <a:t>--</a:t>
            </a:r>
            <a:r>
              <a:rPr lang="fr-FR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primary-color</a:t>
            </a:r>
            <a:r>
              <a:rPr lang="fr-FR" sz="1400" dirty="0">
                <a:solidFill>
                  <a:srgbClr val="BBBEBF"/>
                </a:solidFill>
                <a:latin typeface="Consolas" panose="020B0609020204030204" pitchFamily="49" charset="0"/>
              </a:rPr>
              <a:t>: </a:t>
            </a:r>
            <a:r>
              <a:rPr lang="fr-FR" sz="1400" dirty="0">
                <a:solidFill>
                  <a:srgbClr val="CE9178"/>
                </a:solidFill>
                <a:latin typeface="Consolas" panose="020B0609020204030204" pitchFamily="49" charset="0"/>
              </a:rPr>
              <a:t>#</a:t>
            </a:r>
            <a:r>
              <a:rPr lang="fr-FR" sz="1200" dirty="0">
                <a:solidFill>
                  <a:srgbClr val="CE9178"/>
                </a:solidFill>
                <a:latin typeface="Consolas" panose="020B0609020204030204" pitchFamily="49" charset="0"/>
              </a:rPr>
              <a:t>bbd8fe</a:t>
            </a:r>
            <a:r>
              <a:rPr lang="fr-FR" sz="1400" dirty="0">
                <a:solidFill>
                  <a:srgbClr val="BBBEBF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solidFill>
                  <a:srgbClr val="BBBEBF"/>
                </a:solidFill>
                <a:latin typeface="Consolas" panose="020B0609020204030204" pitchFamily="49" charset="0"/>
              </a:rPr>
              <a:t>     …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solidFill>
                  <a:srgbClr val="BBBEBF"/>
                </a:solidFill>
                <a:latin typeface="Consolas" panose="020B0609020204030204" pitchFamily="49" charset="0"/>
              </a:rPr>
              <a:t>   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600" b="1" dirty="0">
                <a:latin typeface="Century Schoolbook" panose="02040604050505020304" pitchFamily="18" charset="0"/>
              </a:rPr>
              <a:t>2 – CSS </a:t>
            </a:r>
            <a:r>
              <a:rPr lang="fr-FR" sz="1600" b="1" dirty="0" err="1">
                <a:latin typeface="Century Schoolbook" panose="02040604050505020304" pitchFamily="18" charset="0"/>
              </a:rPr>
              <a:t>grid</a:t>
            </a:r>
            <a:r>
              <a:rPr lang="fr-FR" sz="1600" b="1" dirty="0">
                <a:latin typeface="Century Schoolbook" panose="02040604050505020304" pitchFamily="18" charset="0"/>
              </a:rPr>
              <a:t> (Bento </a:t>
            </a:r>
            <a:r>
              <a:rPr lang="fr-FR" sz="1600" b="1" dirty="0" err="1">
                <a:latin typeface="Century Schoolbook" panose="02040604050505020304" pitchFamily="18" charset="0"/>
              </a:rPr>
              <a:t>grig</a:t>
            </a:r>
            <a:r>
              <a:rPr lang="fr-FR" sz="1600" b="1" dirty="0">
                <a:latin typeface="Century Schoolbook" panose="02040604050505020304" pitchFamily="18" charset="0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400" dirty="0">
                <a:latin typeface="Century Schoolbook" panose="02040604050505020304" pitchFamily="18" charset="0"/>
              </a:rPr>
              <a:t>Utilisé pour créer des mises en page modernes et asymétriques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100" dirty="0">
                <a:solidFill>
                  <a:srgbClr val="D7BA7D"/>
                </a:solidFill>
                <a:latin typeface="Consolas" panose="020B0609020204030204" pitchFamily="49" charset="0"/>
              </a:rPr>
              <a:t>#bento</a:t>
            </a:r>
            <a:r>
              <a:rPr lang="fr-FR" sz="1100" dirty="0">
                <a:solidFill>
                  <a:srgbClr val="BBBEBF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100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  <a:r>
              <a:rPr lang="fr-FR" sz="1100" dirty="0">
                <a:solidFill>
                  <a:srgbClr val="9CDCFE"/>
                </a:solidFill>
                <a:latin typeface="Consolas" panose="020B0609020204030204" pitchFamily="49" charset="0"/>
              </a:rPr>
              <a:t>display</a:t>
            </a:r>
            <a:r>
              <a:rPr lang="fr-FR" sz="1100" dirty="0">
                <a:solidFill>
                  <a:srgbClr val="BBBEBF"/>
                </a:solidFill>
                <a:latin typeface="Consolas" panose="020B0609020204030204" pitchFamily="49" charset="0"/>
              </a:rPr>
              <a:t>: </a:t>
            </a:r>
            <a:r>
              <a:rPr lang="fr-FR" sz="1100" dirty="0" err="1">
                <a:solidFill>
                  <a:srgbClr val="CE9178"/>
                </a:solidFill>
                <a:latin typeface="Consolas" panose="020B0609020204030204" pitchFamily="49" charset="0"/>
              </a:rPr>
              <a:t>grid</a:t>
            </a:r>
            <a:r>
              <a:rPr lang="fr-FR" sz="1100" dirty="0">
                <a:solidFill>
                  <a:srgbClr val="BBBEBF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100" dirty="0">
                <a:solidFill>
                  <a:srgbClr val="BBBEBF"/>
                </a:solidFill>
                <a:latin typeface="Consolas" panose="020B0609020204030204" pitchFamily="49" charset="0"/>
              </a:rPr>
              <a:t>    …  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FR" sz="1100" dirty="0">
                <a:solidFill>
                  <a:srgbClr val="BBBEBF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latin typeface="Century Schoolbook" panose="020406040505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632101" y="294919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ZoneTexte 6"/>
          <p:cNvSpPr txBox="1"/>
          <p:nvPr/>
        </p:nvSpPr>
        <p:spPr>
          <a:xfrm>
            <a:off x="6203184" y="1424090"/>
            <a:ext cx="479716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Century Schoolbook" panose="02040604050505020304" pitchFamily="18" charset="0"/>
              </a:rPr>
              <a:t>3 – Responsive Design</a:t>
            </a:r>
          </a:p>
          <a:p>
            <a:pPr>
              <a:lnSpc>
                <a:spcPct val="150000"/>
              </a:lnSpc>
            </a:pPr>
            <a:r>
              <a:rPr lang="fr-FR" sz="1400" dirty="0">
                <a:latin typeface="Century Schoolbook" panose="02040604050505020304" pitchFamily="18" charset="0"/>
              </a:rPr>
              <a:t>Utilisation des média </a:t>
            </a:r>
            <a:r>
              <a:rPr lang="fr-FR" sz="1400" dirty="0" err="1">
                <a:latin typeface="Century Schoolbook" panose="02040604050505020304" pitchFamily="18" charset="0"/>
              </a:rPr>
              <a:t>queries</a:t>
            </a:r>
            <a:r>
              <a:rPr lang="fr-FR" sz="1400" dirty="0">
                <a:latin typeface="Century Schoolbook" panose="02040604050505020304" pitchFamily="18" charset="0"/>
              </a:rPr>
              <a:t> pour l’adaptation aux différents écrans</a:t>
            </a:r>
          </a:p>
          <a:p>
            <a:pPr>
              <a:lnSpc>
                <a:spcPct val="150000"/>
              </a:lnSpc>
            </a:pP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min-width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375px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767px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screen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min-width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768px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1199px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{…}</a:t>
            </a:r>
          </a:p>
          <a:p>
            <a:endParaRPr lang="fr-FR" sz="1400" dirty="0">
              <a:latin typeface="Century Schoolbook" panose="02040604050505020304" pitchFamily="18" charset="0"/>
            </a:endParaRPr>
          </a:p>
          <a:p>
            <a:endParaRPr lang="en-US" sz="1400" b="1" dirty="0">
              <a:latin typeface="Century Schoolbook" panose="020406040505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3E4DF5-AED5-48BA-B74E-AB73E9EE2090}"/>
              </a:ext>
            </a:extLst>
          </p:cNvPr>
          <p:cNvSpPr txBox="1"/>
          <p:nvPr/>
        </p:nvSpPr>
        <p:spPr>
          <a:xfrm>
            <a:off x="5629275" y="295275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F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45997" y="156294"/>
            <a:ext cx="2311122" cy="567188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entury Schoolbook" panose="02040604050505020304" pitchFamily="18" charset="0"/>
              </a:rPr>
              <a:t>GITHUB</a:t>
            </a:r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141412" y="723482"/>
            <a:ext cx="9905999" cy="2230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entury Schoolbook" panose="02040604050505020304" pitchFamily="18" charset="0"/>
              </a:rPr>
              <a:t>1 - Historique des </a:t>
            </a:r>
            <a:r>
              <a:rPr lang="fr-FR" sz="1600" dirty="0" err="1">
                <a:latin typeface="Century Schoolbook" panose="02040604050505020304" pitchFamily="18" charset="0"/>
              </a:rPr>
              <a:t>commits</a:t>
            </a:r>
            <a:endParaRPr lang="fr-FR" sz="16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au 4"/>
          <p:cNvGraphicFramePr>
            <a:graphicFrameLocks noGrp="1"/>
          </p:cNvGraphicFramePr>
          <p:nvPr/>
        </p:nvGraphicFramePr>
        <p:xfrm>
          <a:off x="864159" y="1170090"/>
          <a:ext cx="10621110" cy="16687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062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21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7646">
                <a:tc>
                  <a:txBody>
                    <a:bodyPr/>
                    <a:lstStyle/>
                    <a:p>
                      <a:r>
                        <a:rPr lang="fr-FR" sz="2400" dirty="0"/>
                        <a:t>    </a:t>
                      </a:r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    </a:t>
                      </a:r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 3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4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 5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 6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 7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8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 9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Century Schoolbook" panose="02040604050505020304" pitchFamily="18" charset="0"/>
                        </a:rPr>
                        <a:t>    10</a:t>
                      </a:r>
                      <a:endParaRPr lang="en-US" sz="24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345">
                <a:tc>
                  <a:txBody>
                    <a:bodyPr/>
                    <a:lstStyle/>
                    <a:p>
                      <a:r>
                        <a:rPr lang="fr-FR" sz="1050" dirty="0"/>
                        <a:t>Init : création du dépôt, arborescence des fichiers et structure HTML de base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HTML : structure complète des 5 pages avec sections et contenu texte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CSS : variables, typographie, </a:t>
                      </a:r>
                      <a:r>
                        <a:rPr lang="fr-FR" sz="1050" dirty="0" err="1"/>
                        <a:t>layout</a:t>
                      </a:r>
                      <a:r>
                        <a:rPr lang="fr-FR" sz="1050" dirty="0"/>
                        <a:t> général et styles de base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CSS : Bento </a:t>
                      </a:r>
                      <a:r>
                        <a:rPr lang="fr-FR" sz="1050" dirty="0" err="1"/>
                        <a:t>Grid</a:t>
                      </a:r>
                      <a:r>
                        <a:rPr lang="fr-FR" sz="1050" dirty="0"/>
                        <a:t>, sections </a:t>
                      </a:r>
                      <a:r>
                        <a:rPr lang="fr-FR" sz="1050" dirty="0" err="1"/>
                        <a:t>hero</a:t>
                      </a:r>
                      <a:r>
                        <a:rPr lang="fr-FR" sz="1050" dirty="0"/>
                        <a:t> et catégories, effets </a:t>
                      </a:r>
                      <a:r>
                        <a:rPr lang="fr-FR" sz="1050" dirty="0" err="1"/>
                        <a:t>hover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CSS : responsive design mobile et tablette, media </a:t>
                      </a:r>
                      <a:r>
                        <a:rPr lang="fr-FR" sz="1050" dirty="0" err="1"/>
                        <a:t>queries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JS : </a:t>
                      </a:r>
                      <a:r>
                        <a:rPr lang="fr-FR" sz="1050" dirty="0" err="1"/>
                        <a:t>dark</a:t>
                      </a:r>
                      <a:r>
                        <a:rPr lang="fr-FR" sz="1050" dirty="0"/>
                        <a:t> mode avec </a:t>
                      </a:r>
                      <a:r>
                        <a:rPr lang="fr-FR" sz="1050" dirty="0" err="1"/>
                        <a:t>localStorage</a:t>
                      </a:r>
                      <a:r>
                        <a:rPr lang="fr-FR" sz="1050" dirty="0"/>
                        <a:t>, </a:t>
                      </a:r>
                      <a:r>
                        <a:rPr lang="fr-FR" sz="1050" dirty="0" err="1"/>
                        <a:t>navbar</a:t>
                      </a:r>
                      <a:r>
                        <a:rPr lang="fr-FR" sz="1050" dirty="0"/>
                        <a:t> dynamique au scroll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JS : compteurs animés au scroll et animations fade-in des sections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JS : filtrage dynamique des freelances et validation du formulaire de contact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Finalisation : corrections responsive, optimisation du code et commentaires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Déploiement : GitHub Pages activé, README finalisé et présentation PowerPoint ajoutée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1141411" y="3056752"/>
            <a:ext cx="900742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entury Schoolbook" panose="02040604050505020304" pitchFamily="18" charset="0"/>
              </a:rPr>
              <a:t>2 – Workflow git</a:t>
            </a:r>
          </a:p>
          <a:p>
            <a:r>
              <a:rPr lang="fr-FR" sz="1400" dirty="0">
                <a:latin typeface="Century Schoolbook" panose="02040604050505020304" pitchFamily="18" charset="0"/>
              </a:rPr>
              <a:t>Cycle de travail adopté :</a:t>
            </a:r>
          </a:p>
          <a:p>
            <a:endParaRPr lang="fr-FR" sz="1400" dirty="0">
              <a:latin typeface="Century Schoolbook" panose="02040604050505020304" pitchFamily="18" charset="0"/>
            </a:endParaRPr>
          </a:p>
          <a:p>
            <a:r>
              <a:rPr lang="fr-FR" sz="1400" dirty="0">
                <a:latin typeface="Century Schoolbook" panose="02040604050505020304" pitchFamily="18" charset="0"/>
              </a:rPr>
              <a:t>    </a:t>
            </a:r>
            <a:r>
              <a:rPr lang="fr-FR" sz="1400" dirty="0">
                <a:latin typeface="Consolas" panose="020B0609020204030204" pitchFamily="49" charset="0"/>
              </a:rPr>
              <a:t>git </a:t>
            </a:r>
            <a:r>
              <a:rPr lang="fr-FR" sz="1400" dirty="0" err="1">
                <a:latin typeface="Consolas" panose="020B0609020204030204" pitchFamily="49" charset="0"/>
              </a:rPr>
              <a:t>add</a:t>
            </a:r>
            <a:r>
              <a:rPr lang="fr-FR" sz="1400" dirty="0">
                <a:latin typeface="Consolas" panose="020B0609020204030204" pitchFamily="49" charset="0"/>
              </a:rPr>
              <a:t> .</a:t>
            </a:r>
          </a:p>
          <a:p>
            <a:r>
              <a:rPr lang="fr-FR" sz="1400" dirty="0">
                <a:latin typeface="Consolas" panose="020B0609020204030204" pitchFamily="49" charset="0"/>
              </a:rPr>
              <a:t>  git commit -m "Description  </a:t>
            </a:r>
          </a:p>
          <a:p>
            <a:r>
              <a:rPr lang="fr-FR" sz="1400" dirty="0">
                <a:latin typeface="Consolas" panose="020B0609020204030204" pitchFamily="49" charset="0"/>
              </a:rPr>
              <a:t>  des modifications</a:t>
            </a:r>
            <a:r>
              <a:rPr lang="fr-FR" sz="1400" dirty="0"/>
              <a:t>"</a:t>
            </a:r>
            <a:endParaRPr lang="fr-FR" sz="1400" dirty="0">
              <a:latin typeface="Consolas" panose="020B0609020204030204" pitchFamily="49" charset="0"/>
            </a:endParaRPr>
          </a:p>
          <a:p>
            <a:r>
              <a:rPr lang="fr-FR" sz="1400" dirty="0">
                <a:latin typeface="Consolas" panose="020B0609020204030204" pitchFamily="49" charset="0"/>
              </a:rPr>
              <a:t>  git push </a:t>
            </a:r>
            <a:r>
              <a:rPr lang="fr-FR" sz="1400" dirty="0" err="1">
                <a:latin typeface="Consolas" panose="020B0609020204030204" pitchFamily="49" charset="0"/>
              </a:rPr>
              <a:t>origin</a:t>
            </a:r>
            <a:r>
              <a:rPr lang="fr-FR" sz="1400" dirty="0">
                <a:latin typeface="Consolas" panose="020B0609020204030204" pitchFamily="49" charset="0"/>
              </a:rPr>
              <a:t> main</a:t>
            </a:r>
          </a:p>
          <a:p>
            <a:endParaRPr lang="fr-FR" sz="1400" dirty="0">
              <a:latin typeface="Consolas" panose="020B0609020204030204" pitchFamily="49" charset="0"/>
            </a:endParaRPr>
          </a:p>
          <a:p>
            <a:r>
              <a:rPr lang="fr-FR" sz="1600" dirty="0">
                <a:latin typeface="Century Schoolbook" panose="02040604050505020304" pitchFamily="18" charset="0"/>
              </a:rPr>
              <a:t>3 – Lien GitHub pages</a:t>
            </a:r>
          </a:p>
          <a:p>
            <a:endParaRPr lang="fr-FR" sz="1600" dirty="0">
              <a:latin typeface="Century Schoolbook" panose="02040604050505020304" pitchFamily="18" charset="0"/>
            </a:endParaRPr>
          </a:p>
          <a:p>
            <a:r>
              <a:rPr lang="fr-FR" sz="1600" dirty="0">
                <a:latin typeface="Century Schoolbook" panose="02040604050505020304" pitchFamily="18" charset="0"/>
              </a:rPr>
              <a:t>Compte </a:t>
            </a:r>
            <a:r>
              <a:rPr lang="fr-FR" sz="1600" dirty="0" err="1">
                <a:latin typeface="Century Schoolbook" panose="02040604050505020304" pitchFamily="18" charset="0"/>
              </a:rPr>
              <a:t>github</a:t>
            </a:r>
            <a:r>
              <a:rPr lang="fr-FR" sz="1600" dirty="0">
                <a:latin typeface="Century Schoolbook" panose="02040604050505020304" pitchFamily="18" charset="0"/>
              </a:rPr>
              <a:t>:</a:t>
            </a:r>
            <a:r>
              <a:rPr lang="fr-FR" sz="1600" b="0" i="0" dirty="0">
                <a:solidFill>
                  <a:srgbClr val="59636E"/>
                </a:solidFill>
                <a:effectLst/>
                <a:latin typeface="Mona Sans VF"/>
              </a:rPr>
              <a:t> </a:t>
            </a:r>
            <a:r>
              <a:rPr lang="fr-FR" sz="1600" b="0" i="0" dirty="0" err="1">
                <a:solidFill>
                  <a:srgbClr val="59636E"/>
                </a:solidFill>
                <a:effectLst/>
                <a:latin typeface="Mona Sans VF"/>
              </a:rPr>
              <a:t>maureenzoungrana</a:t>
            </a:r>
            <a:r>
              <a:rPr lang="fr-FR" sz="1600" b="0" i="0" dirty="0">
                <a:solidFill>
                  <a:srgbClr val="59636E"/>
                </a:solidFill>
                <a:effectLst/>
                <a:latin typeface="Mona Sans VF"/>
              </a:rPr>
              <a:t>-max</a:t>
            </a:r>
            <a:endParaRPr lang="fr-FR" sz="1600" dirty="0">
              <a:latin typeface="Century Schoolbook" panose="02040604050505020304" pitchFamily="18" charset="0"/>
            </a:endParaRPr>
          </a:p>
          <a:p>
            <a:r>
              <a:rPr lang="fr-FR" sz="1600" dirty="0">
                <a:latin typeface="Century Schoolbook" panose="02040604050505020304" pitchFamily="18" charset="0"/>
              </a:rPr>
              <a:t>Dépôt: </a:t>
            </a:r>
            <a:r>
              <a:rPr lang="fr-FR" sz="1600" u="sng" dirty="0">
                <a:solidFill>
                  <a:schemeClr val="bg2">
                    <a:lumMod val="25000"/>
                    <a:lumOff val="75000"/>
                  </a:schemeClr>
                </a:solidFill>
                <a:latin typeface="Consolas" panose="020B0609020204030204" pitchFamily="49" charset="0"/>
              </a:rPr>
              <a:t>https://github.com/maureenzoungrana-max/ZOUNGRANA-Maureen-AfriTalent.git</a:t>
            </a:r>
            <a:endParaRPr lang="en-US" sz="1600" u="sng" dirty="0">
              <a:solidFill>
                <a:schemeClr val="bg2">
                  <a:lumMod val="25000"/>
                  <a:lumOff val="7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7816" y="0"/>
            <a:ext cx="10042402" cy="858590"/>
          </a:xfrm>
        </p:spPr>
        <p:txBody>
          <a:bodyPr>
            <a:normAutofit/>
          </a:bodyPr>
          <a:lstStyle/>
          <a:p>
            <a:r>
              <a:rPr lang="fr-FR" sz="3200" dirty="0">
                <a:latin typeface="Century Schoolbook" panose="02040604050505020304" pitchFamily="18" charset="0"/>
              </a:rPr>
              <a:t>Difficultés rencontrées et solutions</a:t>
            </a:r>
            <a:endParaRPr lang="en-US" sz="3200" dirty="0">
              <a:latin typeface="Century Schoolbook" panose="020406040505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277816" y="929357"/>
            <a:ext cx="10448436" cy="4999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latin typeface="Century Schoolbook" panose="02040604050505020304" pitchFamily="18" charset="0"/>
              </a:rPr>
              <a:t>Difficultés</a:t>
            </a:r>
          </a:p>
          <a:p>
            <a:r>
              <a:rPr lang="fr-FR" sz="1600" dirty="0">
                <a:latin typeface="Century Schoolbook" panose="02040604050505020304" pitchFamily="18" charset="0"/>
              </a:rPr>
              <a:t>Responsive design</a:t>
            </a:r>
            <a:endParaRPr lang="fr-FR" sz="1400" dirty="0">
              <a:latin typeface="Century Schoolbook" panose="02040604050505020304" pitchFamily="18" charset="0"/>
            </a:endParaRPr>
          </a:p>
          <a:p>
            <a:r>
              <a:rPr lang="fr-FR" sz="1600" dirty="0">
                <a:latin typeface="Century Schoolbook" panose="02040604050505020304" pitchFamily="18" charset="0"/>
              </a:rPr>
              <a:t>Animations au scroll</a:t>
            </a:r>
          </a:p>
          <a:p>
            <a:r>
              <a:rPr lang="fr-FR" sz="1600" dirty="0">
                <a:latin typeface="Century Schoolbook" panose="02040604050505020304" pitchFamily="18" charset="0"/>
              </a:rPr>
              <a:t>Validation du formulaire</a:t>
            </a:r>
            <a:endParaRPr lang="fr-FR" sz="1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fr-FR" b="1" dirty="0">
                <a:latin typeface="Century Schoolbook" panose="02040604050505020304" pitchFamily="18" charset="0"/>
              </a:rPr>
              <a:t>Solutions</a:t>
            </a:r>
          </a:p>
          <a:p>
            <a:pPr marL="0" indent="0">
              <a:buNone/>
            </a:pPr>
            <a:r>
              <a:rPr lang="fr-FR" sz="1600" b="1" dirty="0">
                <a:latin typeface="Century Schoolbook" panose="02040604050505020304" pitchFamily="18" charset="0"/>
              </a:rPr>
              <a:t>Responsive design: </a:t>
            </a:r>
            <a:r>
              <a:rPr lang="fr-FR" sz="1600" dirty="0">
                <a:latin typeface="Century Schoolbook" panose="02040604050505020304" pitchFamily="18" charset="0"/>
              </a:rPr>
              <a:t>Utilisation du système de grille Bootstrap et des Media </a:t>
            </a:r>
            <a:r>
              <a:rPr lang="fr-FR" sz="1600" dirty="0" err="1">
                <a:latin typeface="Century Schoolbook" panose="02040604050505020304" pitchFamily="18" charset="0"/>
              </a:rPr>
              <a:t>Queries</a:t>
            </a:r>
            <a:r>
              <a:rPr lang="fr-FR" sz="1600" dirty="0">
                <a:latin typeface="Century Schoolbook" panose="02040604050505020304" pitchFamily="18" charset="0"/>
              </a:rPr>
              <a:t> CSS pour rendre le site entièrement responsive.    </a:t>
            </a:r>
          </a:p>
          <a:p>
            <a:pPr marL="0" indent="0">
              <a:buNone/>
            </a:pPr>
            <a:r>
              <a:rPr lang="fr-FR" sz="1600" b="1" dirty="0">
                <a:latin typeface="Century Schoolbook" panose="02040604050505020304" pitchFamily="18" charset="0"/>
              </a:rPr>
              <a:t>Animations au scroll: </a:t>
            </a:r>
            <a:r>
              <a:rPr lang="fr-FR" sz="1600" dirty="0">
                <a:latin typeface="Century Schoolbook" panose="02040604050505020304" pitchFamily="18" charset="0"/>
              </a:rPr>
              <a:t>Utilisation de l’API </a:t>
            </a:r>
            <a:r>
              <a:rPr lang="fr-FR" sz="1600" dirty="0" err="1">
                <a:latin typeface="Century Schoolbook" panose="02040604050505020304" pitchFamily="18" charset="0"/>
              </a:rPr>
              <a:t>InterSectionObserver</a:t>
            </a:r>
            <a:r>
              <a:rPr lang="fr-FR" sz="1600" dirty="0">
                <a:latin typeface="Century Schoolbook" panose="02040604050505020304" pitchFamily="18" charset="0"/>
              </a:rPr>
              <a:t> pour optimiser les performances et l'expérience utilisateur. </a:t>
            </a:r>
          </a:p>
          <a:p>
            <a:pPr marL="0" indent="0">
              <a:buNone/>
            </a:pPr>
            <a:r>
              <a:rPr lang="fr-FR" sz="1600" b="1" dirty="0">
                <a:latin typeface="Century Schoolbook" panose="02040604050505020304" pitchFamily="18" charset="0"/>
              </a:rPr>
              <a:t>Validation du formulaire: </a:t>
            </a:r>
            <a:r>
              <a:rPr lang="fr-FR" sz="1600" dirty="0">
                <a:latin typeface="Century Schoolbook" panose="02040604050505020304" pitchFamily="18" charset="0"/>
              </a:rPr>
              <a:t>Mise en place d'une validation JavaScript avec Regex pour l'email et le téléphone, ainsi que des messages d'erreur personnalisés.                     </a:t>
            </a:r>
            <a:endParaRPr lang="fr-FR" sz="1600" b="1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57654" y="438150"/>
            <a:ext cx="10273514" cy="928928"/>
          </a:xfrm>
        </p:spPr>
        <p:txBody>
          <a:bodyPr>
            <a:normAutofit/>
          </a:bodyPr>
          <a:lstStyle/>
          <a:p>
            <a:r>
              <a:rPr lang="fr-FR" sz="3200" dirty="0">
                <a:latin typeface="Century Schoolbook" panose="02040604050505020304" pitchFamily="18" charset="0"/>
              </a:rPr>
              <a:t>Ressources et documentation utilisées</a:t>
            </a:r>
            <a:endParaRPr lang="en-US" sz="3200" dirty="0">
              <a:latin typeface="Century Schoolbook" panose="020406040505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3307080" y="1475105"/>
            <a:ext cx="4998720" cy="4489450"/>
          </a:xfrm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Century Schoolbook" panose="02040604050505020304" pitchFamily="18" charset="0"/>
                <a:hlinkClick r:id="rId2"/>
              </a:rPr>
              <a:t>MDN Web Docs</a:t>
            </a:r>
            <a:r>
              <a:rPr lang="fr-FR" sz="2000" dirty="0">
                <a:latin typeface="Century Schoolbook" panose="020406040505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Century Schoolbook" panose="02040604050505020304" pitchFamily="18" charset="0"/>
                <a:hlinkClick r:id="rId3"/>
              </a:rPr>
              <a:t>Bootstrap Documentation</a:t>
            </a:r>
            <a:r>
              <a:rPr lang="fr-FR" sz="2000" dirty="0">
                <a:latin typeface="Century Schoolbook" panose="020406040505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Century Schoolbook" panose="02040604050505020304" pitchFamily="18" charset="0"/>
                <a:hlinkClick r:id="rId4"/>
              </a:rPr>
              <a:t>W3Schools</a:t>
            </a:r>
            <a:r>
              <a:rPr lang="fr-FR" sz="2000" dirty="0">
                <a:latin typeface="Century Schoolbook" panose="020406040505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Century Schoolbook" panose="02040604050505020304" pitchFamily="18" charset="0"/>
                <a:hlinkClick r:id="rId5"/>
              </a:rPr>
              <a:t>Google Fonts</a:t>
            </a:r>
            <a:r>
              <a:rPr lang="fr-FR" sz="2000" dirty="0">
                <a:latin typeface="Century Schoolbook" panose="020406040505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Century Schoolbook" panose="02040604050505020304" pitchFamily="18" charset="0"/>
                <a:hlinkClick r:id="rId6"/>
              </a:rPr>
              <a:t>Bootstrap </a:t>
            </a:r>
            <a:r>
              <a:rPr lang="fr-FR" sz="2000" dirty="0" err="1">
                <a:latin typeface="Century Schoolbook" panose="02040604050505020304" pitchFamily="18" charset="0"/>
                <a:hlinkClick r:id="rId6"/>
              </a:rPr>
              <a:t>Icons</a:t>
            </a:r>
            <a:endParaRPr lang="fr-FR" sz="2000" dirty="0">
              <a:latin typeface="Century Schoolbook" panose="020406040505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 err="1">
                <a:latin typeface="Century Schoolbook" panose="02040604050505020304" pitchFamily="18" charset="0"/>
                <a:hlinkClick r:id="rId7"/>
              </a:rPr>
              <a:t>Formspree</a:t>
            </a:r>
            <a:r>
              <a:rPr lang="fr-FR" sz="2000" dirty="0">
                <a:latin typeface="Century Schoolbook" panose="020406040505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000" dirty="0">
                <a:latin typeface="Century Schoolbook" panose="02040604050505020304" pitchFamily="18" charset="0"/>
                <a:hlinkClick r:id="rId8"/>
              </a:rPr>
              <a:t>GitHub</a:t>
            </a:r>
            <a:r>
              <a:rPr lang="fr-FR" sz="2000" dirty="0">
                <a:latin typeface="Century Schoolbook" panose="020406040505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1350" y="447675"/>
            <a:ext cx="7932249" cy="974690"/>
          </a:xfrm>
        </p:spPr>
        <p:txBody>
          <a:bodyPr/>
          <a:lstStyle/>
          <a:p>
            <a:r>
              <a:rPr lang="fr-FR" dirty="0">
                <a:latin typeface="Century Schoolbook" panose="02040604050505020304" pitchFamily="18" charset="0"/>
              </a:rPr>
              <a:t>Démonstration live du site</a:t>
            </a:r>
            <a:endParaRPr lang="en-US" dirty="0">
              <a:latin typeface="Century Schoolbook" panose="02040604050505020304" pitchFamily="18" charset="0"/>
            </a:endParaRPr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 flipH="1">
            <a:off x="3038474" y="2458243"/>
            <a:ext cx="5943600" cy="118268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  <a:effectLst>
            <a:reflection blurRad="6350" stA="50000" endA="295" endPos="92000" dist="1016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  <a:effectLst>
                  <a:reflection blurRad="6350" stA="50000" endA="300" endPos="50000" dist="60007" dir="5400000" sy="-100000" algn="bl" rotWithShape="0"/>
                </a:effectLst>
                <a:latin typeface="Century Schoolbook" panose="02040604050505020304" pitchFamily="18" charset="0"/>
              </a:rPr>
              <a:t>VISITER</a:t>
            </a:r>
            <a:r>
              <a:rPr lang="fr-FR" sz="3600" dirty="0">
                <a:solidFill>
                  <a:schemeClr val="tx1"/>
                </a:solidFill>
                <a:effectLst>
                  <a:reflection blurRad="6350" stA="50000" endA="300" endPos="50000" dist="60007" dir="5400000" sy="-100000" algn="bl" rotWithShape="0"/>
                </a:effectLst>
              </a:rPr>
              <a:t> </a:t>
            </a:r>
            <a:r>
              <a:rPr lang="fr-FR" sz="3200" dirty="0">
                <a:solidFill>
                  <a:schemeClr val="tx1"/>
                </a:solidFill>
                <a:effectLst>
                  <a:reflection blurRad="6350" stA="50000" endA="300" endPos="50000" dist="60007" dir="5400000" sy="-100000" algn="bl" rotWithShape="0"/>
                </a:effectLst>
                <a:latin typeface="Century Schoolbook" panose="02040604050505020304" pitchFamily="18" charset="0"/>
              </a:rPr>
              <a:t>AFRITALENT</a:t>
            </a:r>
            <a:endParaRPr lang="en-US" sz="3200" dirty="0">
              <a:solidFill>
                <a:schemeClr val="tx1"/>
              </a:solidFill>
              <a:effectLst>
                <a:reflection blurRad="6350" stA="50000" endA="300" endPos="50000" dist="60007" dir="5400000" sy="-100000" algn="bl" rotWithShape="0"/>
              </a:effectLst>
              <a:latin typeface="Century Schoolbook" panose="020406040505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4798" y="679645"/>
            <a:ext cx="10042402" cy="768155"/>
          </a:xfrm>
        </p:spPr>
        <p:txBody>
          <a:bodyPr>
            <a:normAutofit/>
          </a:bodyPr>
          <a:lstStyle/>
          <a:p>
            <a:r>
              <a:rPr lang="fr-FR" sz="2800" dirty="0">
                <a:latin typeface="Century Schoolbook" panose="02040604050505020304" pitchFamily="18" charset="0"/>
              </a:rPr>
              <a:t>Conclusion et perspectives d'amélioration</a:t>
            </a:r>
            <a:endParaRPr lang="en-US" sz="2800" dirty="0">
              <a:latin typeface="Century Schoolbook" panose="020406040505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143000" y="1918794"/>
            <a:ext cx="9905999" cy="3691431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Century Schoolbook" panose="02040604050505020304" pitchFamily="18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1800" dirty="0">
                <a:latin typeface="Century Schoolbook" panose="02040604050505020304" pitchFamily="18" charset="0"/>
              </a:rPr>
              <a:t>Le projet </a:t>
            </a:r>
            <a:r>
              <a:rPr lang="fr-FR" sz="1800" b="1" dirty="0" err="1">
                <a:latin typeface="Century Schoolbook" panose="02040604050505020304" pitchFamily="18" charset="0"/>
              </a:rPr>
              <a:t>AfriTalent</a:t>
            </a:r>
            <a:r>
              <a:rPr lang="fr-FR" sz="1800" dirty="0">
                <a:latin typeface="Century Schoolbook" panose="02040604050505020304" pitchFamily="18" charset="0"/>
              </a:rPr>
              <a:t> a permis de concevoir et développer une plateforme web moderne destinée à mettre en relation les talents africains et les clients à la recherche de compétences professionnelles. Grâce à l'utilisation de HTML, CSS, JavaScript et Bootstrap, j’ai créé une interface responsive, intuitive et agréable à utiliser.</a:t>
            </a:r>
            <a:endParaRPr lang="en-US" sz="18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1550" y="561975"/>
            <a:ext cx="10132838" cy="697816"/>
          </a:xfrm>
        </p:spPr>
        <p:txBody>
          <a:bodyPr>
            <a:normAutofit/>
          </a:bodyPr>
          <a:lstStyle/>
          <a:p>
            <a:r>
              <a:rPr lang="fr-FR" sz="2800" dirty="0">
                <a:latin typeface="Century Schoolbook" panose="02040604050505020304" pitchFamily="18" charset="0"/>
              </a:rPr>
              <a:t>Conclusion et perspectives d'amélioration</a:t>
            </a:r>
            <a:endParaRPr lang="en-US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084969" y="1445428"/>
            <a:ext cx="9905999" cy="4483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300" b="1" dirty="0">
                <a:latin typeface="Century Schoolbook" panose="02040604050505020304" pitchFamily="18" charset="0"/>
              </a:rPr>
              <a:t>Perspectives d’ amélioration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Century Schoolbook" panose="02040604050505020304" pitchFamily="18" charset="0"/>
              </a:rPr>
              <a:t>Ajouter un système d'authentification pour les freelances et les clients.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Century Schoolbook" panose="02040604050505020304" pitchFamily="18" charset="0"/>
              </a:rPr>
              <a:t>Mettre en place une base de données pour stocker les profils et les offres.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Century Schoolbook" panose="02040604050505020304" pitchFamily="18" charset="0"/>
              </a:rPr>
              <a:t>Développer un moteur de recherche avancé avec filtres.</a:t>
            </a:r>
            <a:endParaRPr lang="fr-FR" sz="1800" b="1" dirty="0">
              <a:latin typeface="Century Schoolbook" panose="02040604050505020304" pitchFamily="18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Century Schoolbook" panose="02040604050505020304" pitchFamily="18" charset="0"/>
              </a:rPr>
              <a:t>Intégrer un système de messagerie entre clients et freelances.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1800" dirty="0">
                <a:latin typeface="Century Schoolbook" panose="02040604050505020304" pitchFamily="18" charset="0"/>
              </a:rPr>
              <a:t>Ajouter des avis et évaluations pour renforcer la confiance entre utilisateurs.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  <p:sndAc>
          <p:stSnd>
            <p:snd r:embed="rId2" name="applause.wav"/>
          </p:stSnd>
        </p:sndAc>
      </p:transition>
    </mc:Choice>
    <mc:Fallback xmlns="">
      <p:transition spd="slow">
        <p:push dir="u"/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79</TotalTime>
  <Words>1055</Words>
  <Application>Microsoft Office PowerPoint</Application>
  <PresentationFormat>Grand écran</PresentationFormat>
  <Paragraphs>174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Century Schoolbook</vt:lpstr>
      <vt:lpstr>Consolas</vt:lpstr>
      <vt:lpstr>Mona Sans VF</vt:lpstr>
      <vt:lpstr>Tw Cen MT</vt:lpstr>
      <vt:lpstr>Wingdings</vt:lpstr>
      <vt:lpstr>Circuit</vt:lpstr>
      <vt:lpstr>AfriTalent</vt:lpstr>
      <vt:lpstr>SOMMAIRE</vt:lpstr>
      <vt:lpstr>Présentation du Projet</vt:lpstr>
      <vt:lpstr>       Choix de design</vt:lpstr>
      <vt:lpstr>   Choix de design</vt:lpstr>
      <vt:lpstr> Architecture du site</vt:lpstr>
      <vt:lpstr>  Architecture du site</vt:lpstr>
      <vt:lpstr>    Points techniques</vt:lpstr>
      <vt:lpstr>       Points techniques</vt:lpstr>
      <vt:lpstr>GITHUB</vt:lpstr>
      <vt:lpstr>Difficultés rencontrées et solutions</vt:lpstr>
      <vt:lpstr>Ressources et documentation utilisées</vt:lpstr>
      <vt:lpstr>Démonstration live du site</vt:lpstr>
      <vt:lpstr>Conclusion et perspectives d'amélioration</vt:lpstr>
      <vt:lpstr>Conclusion et perspectives d'amélioration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maureen zoungrana</dc:creator>
  <cp:lastModifiedBy>maureen zoungrana</cp:lastModifiedBy>
  <cp:revision>51</cp:revision>
  <dcterms:created xsi:type="dcterms:W3CDTF">2026-06-15T14:12:00Z</dcterms:created>
  <dcterms:modified xsi:type="dcterms:W3CDTF">2026-06-23T16:44:36Z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1036-12.1.0.26880</vt:lpwstr>
  </property>
  <property fmtid="{D5CDD505-2E9C-101B-9397-08002B2CF9AE}" pid="3" name="ICV">
    <vt:lpwstr>406534B811264191BEC99DA277892B20_12</vt:lpwstr>
  </property>
</Properties>
</file>